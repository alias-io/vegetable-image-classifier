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5" r:id="rId10"/>
    <p:sldId id="264" r:id="rId11"/>
    <p:sldId id="267" r:id="rId12"/>
    <p:sldId id="272" r:id="rId13"/>
    <p:sldId id="266" r:id="rId14"/>
    <p:sldId id="269" r:id="rId15"/>
    <p:sldId id="270" r:id="rId16"/>
    <p:sldId id="268"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1CF5B5-FB1A-4379-A71A-92BC1F380EE6}" v="65" dt="2025-05-25T18:41:14.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1" d="100"/>
          <a:sy n="61" d="100"/>
        </p:scale>
        <p:origin x="60" y="7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OI HONG LUE IVAN" userId="72bacae2-7144-492d-abea-cc5791aaa9df" providerId="ADAL" clId="{B21CF5B5-FB1A-4379-A71A-92BC1F380EE6}"/>
    <pc:docChg chg="undo custSel addSld delSld modSld sldOrd">
      <pc:chgData name="OOI HONG LUE IVAN" userId="72bacae2-7144-492d-abea-cc5791aaa9df" providerId="ADAL" clId="{B21CF5B5-FB1A-4379-A71A-92BC1F380EE6}" dt="2025-05-25T18:46:43.694" v="1416" actId="20577"/>
      <pc:docMkLst>
        <pc:docMk/>
      </pc:docMkLst>
      <pc:sldChg chg="modSp mod">
        <pc:chgData name="OOI HONG LUE IVAN" userId="72bacae2-7144-492d-abea-cc5791aaa9df" providerId="ADAL" clId="{B21CF5B5-FB1A-4379-A71A-92BC1F380EE6}" dt="2025-05-25T15:53:01.451" v="35" actId="20577"/>
        <pc:sldMkLst>
          <pc:docMk/>
          <pc:sldMk cId="1377351742" sldId="256"/>
        </pc:sldMkLst>
        <pc:spChg chg="mod">
          <ac:chgData name="OOI HONG LUE IVAN" userId="72bacae2-7144-492d-abea-cc5791aaa9df" providerId="ADAL" clId="{B21CF5B5-FB1A-4379-A71A-92BC1F380EE6}" dt="2025-05-25T15:53:01.451" v="35" actId="20577"/>
          <ac:spMkLst>
            <pc:docMk/>
            <pc:sldMk cId="1377351742" sldId="256"/>
            <ac:spMk id="3" creationId="{06941A8E-F2B3-3C50-674B-4AFEED514759}"/>
          </ac:spMkLst>
        </pc:spChg>
      </pc:sldChg>
      <pc:sldChg chg="del">
        <pc:chgData name="OOI HONG LUE IVAN" userId="72bacae2-7144-492d-abea-cc5791aaa9df" providerId="ADAL" clId="{B21CF5B5-FB1A-4379-A71A-92BC1F380EE6}" dt="2025-05-25T15:53:26.452" v="56" actId="47"/>
        <pc:sldMkLst>
          <pc:docMk/>
          <pc:sldMk cId="154168757" sldId="257"/>
        </pc:sldMkLst>
      </pc:sldChg>
      <pc:sldChg chg="addSp delSp modSp new mod setBg">
        <pc:chgData name="OOI HONG LUE IVAN" userId="72bacae2-7144-492d-abea-cc5791aaa9df" providerId="ADAL" clId="{B21CF5B5-FB1A-4379-A71A-92BC1F380EE6}" dt="2025-05-25T15:54:51.980" v="75" actId="26606"/>
        <pc:sldMkLst>
          <pc:docMk/>
          <pc:sldMk cId="4105716867" sldId="257"/>
        </pc:sldMkLst>
        <pc:spChg chg="mod">
          <ac:chgData name="OOI HONG LUE IVAN" userId="72bacae2-7144-492d-abea-cc5791aaa9df" providerId="ADAL" clId="{B21CF5B5-FB1A-4379-A71A-92BC1F380EE6}" dt="2025-05-25T15:54:51.980" v="75" actId="26606"/>
          <ac:spMkLst>
            <pc:docMk/>
            <pc:sldMk cId="4105716867" sldId="257"/>
            <ac:spMk id="2" creationId="{68092AE5-87E3-A67D-A24F-1DB127B710E6}"/>
          </ac:spMkLst>
        </pc:spChg>
        <pc:spChg chg="del mod">
          <ac:chgData name="OOI HONG LUE IVAN" userId="72bacae2-7144-492d-abea-cc5791aaa9df" providerId="ADAL" clId="{B21CF5B5-FB1A-4379-A71A-92BC1F380EE6}" dt="2025-05-25T15:54:39.658" v="74" actId="478"/>
          <ac:spMkLst>
            <pc:docMk/>
            <pc:sldMk cId="4105716867" sldId="257"/>
            <ac:spMk id="3" creationId="{2D2D0201-CE41-32A0-B0C5-0C973B1BFE14}"/>
          </ac:spMkLst>
        </pc:spChg>
        <pc:spChg chg="add">
          <ac:chgData name="OOI HONG LUE IVAN" userId="72bacae2-7144-492d-abea-cc5791aaa9df" providerId="ADAL" clId="{B21CF5B5-FB1A-4379-A71A-92BC1F380EE6}" dt="2025-05-25T15:54:51.980" v="75" actId="26606"/>
          <ac:spMkLst>
            <pc:docMk/>
            <pc:sldMk cId="4105716867" sldId="257"/>
            <ac:spMk id="1035" creationId="{38ECB335-5FC8-6420-CF56-EDEFA115C672}"/>
          </ac:spMkLst>
        </pc:spChg>
        <pc:picChg chg="add mod ord">
          <ac:chgData name="OOI HONG LUE IVAN" userId="72bacae2-7144-492d-abea-cc5791aaa9df" providerId="ADAL" clId="{B21CF5B5-FB1A-4379-A71A-92BC1F380EE6}" dt="2025-05-25T15:54:51.980" v="75" actId="26606"/>
          <ac:picMkLst>
            <pc:docMk/>
            <pc:sldMk cId="4105716867" sldId="257"/>
            <ac:picMk id="1026" creationId="{8C3EF090-D10E-CC66-3BA3-4326A9FDE0D3}"/>
          </ac:picMkLst>
        </pc:picChg>
        <pc:picChg chg="add mod">
          <ac:chgData name="OOI HONG LUE IVAN" userId="72bacae2-7144-492d-abea-cc5791aaa9df" providerId="ADAL" clId="{B21CF5B5-FB1A-4379-A71A-92BC1F380EE6}" dt="2025-05-25T15:54:51.980" v="75" actId="26606"/>
          <ac:picMkLst>
            <pc:docMk/>
            <pc:sldMk cId="4105716867" sldId="257"/>
            <ac:picMk id="1028" creationId="{7DE7A60A-8E68-7199-8CF0-78414D2058F4}"/>
          </ac:picMkLst>
        </pc:picChg>
        <pc:picChg chg="add mod">
          <ac:chgData name="OOI HONG LUE IVAN" userId="72bacae2-7144-492d-abea-cc5791aaa9df" providerId="ADAL" clId="{B21CF5B5-FB1A-4379-A71A-92BC1F380EE6}" dt="2025-05-25T15:54:51.980" v="75" actId="26606"/>
          <ac:picMkLst>
            <pc:docMk/>
            <pc:sldMk cId="4105716867" sldId="257"/>
            <ac:picMk id="1030" creationId="{54B1F190-AD49-FD77-7282-E19DCBB1ADD7}"/>
          </ac:picMkLst>
        </pc:picChg>
      </pc:sldChg>
      <pc:sldChg chg="del">
        <pc:chgData name="OOI HONG LUE IVAN" userId="72bacae2-7144-492d-abea-cc5791aaa9df" providerId="ADAL" clId="{B21CF5B5-FB1A-4379-A71A-92BC1F380EE6}" dt="2025-05-25T15:53:25.986" v="55" actId="47"/>
        <pc:sldMkLst>
          <pc:docMk/>
          <pc:sldMk cId="2945907536" sldId="258"/>
        </pc:sldMkLst>
      </pc:sldChg>
      <pc:sldChg chg="addSp modSp new mod setBg">
        <pc:chgData name="OOI HONG LUE IVAN" userId="72bacae2-7144-492d-abea-cc5791aaa9df" providerId="ADAL" clId="{B21CF5B5-FB1A-4379-A71A-92BC1F380EE6}" dt="2025-05-25T15:55:56.614" v="104"/>
        <pc:sldMkLst>
          <pc:docMk/>
          <pc:sldMk cId="3664102389" sldId="258"/>
        </pc:sldMkLst>
        <pc:spChg chg="mod">
          <ac:chgData name="OOI HONG LUE IVAN" userId="72bacae2-7144-492d-abea-cc5791aaa9df" providerId="ADAL" clId="{B21CF5B5-FB1A-4379-A71A-92BC1F380EE6}" dt="2025-05-25T15:55:45.290" v="99" actId="26606"/>
          <ac:spMkLst>
            <pc:docMk/>
            <pc:sldMk cId="3664102389" sldId="258"/>
            <ac:spMk id="2" creationId="{5AB3A30C-EA4F-9403-4A40-DEC2B6F2D81C}"/>
          </ac:spMkLst>
        </pc:spChg>
        <pc:spChg chg="mod ord">
          <ac:chgData name="OOI HONG LUE IVAN" userId="72bacae2-7144-492d-abea-cc5791aaa9df" providerId="ADAL" clId="{B21CF5B5-FB1A-4379-A71A-92BC1F380EE6}" dt="2025-05-25T15:55:56.614" v="104"/>
          <ac:spMkLst>
            <pc:docMk/>
            <pc:sldMk cId="3664102389" sldId="258"/>
            <ac:spMk id="3" creationId="{F952A86A-EAB3-B8A8-F0A3-7B79CE5C8038}"/>
          </ac:spMkLst>
        </pc:spChg>
        <pc:spChg chg="add">
          <ac:chgData name="OOI HONG LUE IVAN" userId="72bacae2-7144-492d-abea-cc5791aaa9df" providerId="ADAL" clId="{B21CF5B5-FB1A-4379-A71A-92BC1F380EE6}" dt="2025-05-25T15:55:45.290" v="99" actId="26606"/>
          <ac:spMkLst>
            <pc:docMk/>
            <pc:sldMk cId="3664102389" sldId="258"/>
            <ac:spMk id="12295" creationId="{43867147-1C83-BF71-39B0-B590EE7F349F}"/>
          </ac:spMkLst>
        </pc:spChg>
        <pc:picChg chg="add mod">
          <ac:chgData name="OOI HONG LUE IVAN" userId="72bacae2-7144-492d-abea-cc5791aaa9df" providerId="ADAL" clId="{B21CF5B5-FB1A-4379-A71A-92BC1F380EE6}" dt="2025-05-25T15:55:52.812" v="101" actId="27614"/>
          <ac:picMkLst>
            <pc:docMk/>
            <pc:sldMk cId="3664102389" sldId="258"/>
            <ac:picMk id="12290" creationId="{F53E4247-50D4-8925-8A25-C24ABFA11A0E}"/>
          </ac:picMkLst>
        </pc:picChg>
      </pc:sldChg>
      <pc:sldChg chg="modSp new del mod">
        <pc:chgData name="OOI HONG LUE IVAN" userId="72bacae2-7144-492d-abea-cc5791aaa9df" providerId="ADAL" clId="{B21CF5B5-FB1A-4379-A71A-92BC1F380EE6}" dt="2025-05-25T15:56:24.087" v="135" actId="680"/>
        <pc:sldMkLst>
          <pc:docMk/>
          <pc:sldMk cId="1702958274" sldId="259"/>
        </pc:sldMkLst>
        <pc:spChg chg="mod">
          <ac:chgData name="OOI HONG LUE IVAN" userId="72bacae2-7144-492d-abea-cc5791aaa9df" providerId="ADAL" clId="{B21CF5B5-FB1A-4379-A71A-92BC1F380EE6}" dt="2025-05-25T15:56:23.721" v="134"/>
          <ac:spMkLst>
            <pc:docMk/>
            <pc:sldMk cId="1702958274" sldId="259"/>
            <ac:spMk id="2" creationId="{A1994132-4420-B7E0-CB7C-8D67CEF2E015}"/>
          </ac:spMkLst>
        </pc:spChg>
      </pc:sldChg>
      <pc:sldChg chg="addSp delSp modSp add mod">
        <pc:chgData name="OOI HONG LUE IVAN" userId="72bacae2-7144-492d-abea-cc5791aaa9df" providerId="ADAL" clId="{B21CF5B5-FB1A-4379-A71A-92BC1F380EE6}" dt="2025-05-25T15:58:13.441" v="188"/>
        <pc:sldMkLst>
          <pc:docMk/>
          <pc:sldMk cId="1945647061" sldId="259"/>
        </pc:sldMkLst>
        <pc:spChg chg="mod">
          <ac:chgData name="OOI HONG LUE IVAN" userId="72bacae2-7144-492d-abea-cc5791aaa9df" providerId="ADAL" clId="{B21CF5B5-FB1A-4379-A71A-92BC1F380EE6}" dt="2025-05-25T15:58:04.817" v="184" actId="26606"/>
          <ac:spMkLst>
            <pc:docMk/>
            <pc:sldMk cId="1945647061" sldId="259"/>
            <ac:spMk id="2" creationId="{BD5E1611-7CF9-59A6-DF14-6216ED91F13F}"/>
          </ac:spMkLst>
        </pc:spChg>
        <pc:spChg chg="add del mod">
          <ac:chgData name="OOI HONG LUE IVAN" userId="72bacae2-7144-492d-abea-cc5791aaa9df" providerId="ADAL" clId="{B21CF5B5-FB1A-4379-A71A-92BC1F380EE6}" dt="2025-05-25T15:58:13.441" v="188"/>
          <ac:spMkLst>
            <pc:docMk/>
            <pc:sldMk cId="1945647061" sldId="259"/>
            <ac:spMk id="3" creationId="{3EA9A667-AD0D-3621-70CE-0BDB9A0065A0}"/>
          </ac:spMkLst>
        </pc:spChg>
        <pc:spChg chg="del">
          <ac:chgData name="OOI HONG LUE IVAN" userId="72bacae2-7144-492d-abea-cc5791aaa9df" providerId="ADAL" clId="{B21CF5B5-FB1A-4379-A71A-92BC1F380EE6}" dt="2025-05-25T15:58:04.817" v="184" actId="26606"/>
          <ac:spMkLst>
            <pc:docMk/>
            <pc:sldMk cId="1945647061" sldId="259"/>
            <ac:spMk id="12295" creationId="{1B8C8AB2-6792-ACDE-9D53-C1B7F4A32843}"/>
          </ac:spMkLst>
        </pc:spChg>
        <pc:spChg chg="add">
          <ac:chgData name="OOI HONG LUE IVAN" userId="72bacae2-7144-492d-abea-cc5791aaa9df" providerId="ADAL" clId="{B21CF5B5-FB1A-4379-A71A-92BC1F380EE6}" dt="2025-05-25T15:58:04.817" v="184" actId="26606"/>
          <ac:spMkLst>
            <pc:docMk/>
            <pc:sldMk cId="1945647061" sldId="259"/>
            <ac:spMk id="12300" creationId="{37B65277-82C6-6D08-6DCA-4A7DCC3B7136}"/>
          </ac:spMkLst>
        </pc:spChg>
        <pc:picChg chg="add mod">
          <ac:chgData name="OOI HONG LUE IVAN" userId="72bacae2-7144-492d-abea-cc5791aaa9df" providerId="ADAL" clId="{B21CF5B5-FB1A-4379-A71A-92BC1F380EE6}" dt="2025-05-25T15:58:04.817" v="184" actId="26606"/>
          <ac:picMkLst>
            <pc:docMk/>
            <pc:sldMk cId="1945647061" sldId="259"/>
            <ac:picMk id="5" creationId="{CA8012C8-47D1-0909-C9F5-E6C0C4BC3A36}"/>
          </ac:picMkLst>
        </pc:picChg>
        <pc:picChg chg="add del mod ord">
          <ac:chgData name="OOI HONG LUE IVAN" userId="72bacae2-7144-492d-abea-cc5791aaa9df" providerId="ADAL" clId="{B21CF5B5-FB1A-4379-A71A-92BC1F380EE6}" dt="2025-05-25T15:58:08.841" v="187" actId="22"/>
          <ac:picMkLst>
            <pc:docMk/>
            <pc:sldMk cId="1945647061" sldId="259"/>
            <ac:picMk id="7" creationId="{1AAE9487-D47B-1F0B-3808-AB5090D131EE}"/>
          </ac:picMkLst>
        </pc:picChg>
        <pc:picChg chg="del">
          <ac:chgData name="OOI HONG LUE IVAN" userId="72bacae2-7144-492d-abea-cc5791aaa9df" providerId="ADAL" clId="{B21CF5B5-FB1A-4379-A71A-92BC1F380EE6}" dt="2025-05-25T15:57:24.322" v="180" actId="478"/>
          <ac:picMkLst>
            <pc:docMk/>
            <pc:sldMk cId="1945647061" sldId="259"/>
            <ac:picMk id="12290" creationId="{1171C0D3-B198-6F1B-4D6B-E8F8F10B38A7}"/>
          </ac:picMkLst>
        </pc:picChg>
      </pc:sldChg>
      <pc:sldChg chg="del">
        <pc:chgData name="OOI HONG LUE IVAN" userId="72bacae2-7144-492d-abea-cc5791aaa9df" providerId="ADAL" clId="{B21CF5B5-FB1A-4379-A71A-92BC1F380EE6}" dt="2025-05-25T15:53:22.911" v="51" actId="47"/>
        <pc:sldMkLst>
          <pc:docMk/>
          <pc:sldMk cId="3181183158" sldId="259"/>
        </pc:sldMkLst>
      </pc:sldChg>
      <pc:sldChg chg="modSp new del mod">
        <pc:chgData name="OOI HONG LUE IVAN" userId="72bacae2-7144-492d-abea-cc5791aaa9df" providerId="ADAL" clId="{B21CF5B5-FB1A-4379-A71A-92BC1F380EE6}" dt="2025-05-25T15:56:56.107" v="142" actId="2696"/>
        <pc:sldMkLst>
          <pc:docMk/>
          <pc:sldMk cId="4087425824" sldId="259"/>
        </pc:sldMkLst>
        <pc:spChg chg="mod">
          <ac:chgData name="OOI HONG LUE IVAN" userId="72bacae2-7144-492d-abea-cc5791aaa9df" providerId="ADAL" clId="{B21CF5B5-FB1A-4379-A71A-92BC1F380EE6}" dt="2025-05-25T15:56:43.197" v="139" actId="207"/>
          <ac:spMkLst>
            <pc:docMk/>
            <pc:sldMk cId="4087425824" sldId="259"/>
            <ac:spMk id="2" creationId="{BA4C3F41-DA55-5BBE-61B9-AFF0CA18C225}"/>
          </ac:spMkLst>
        </pc:spChg>
      </pc:sldChg>
      <pc:sldChg chg="add del">
        <pc:chgData name="OOI HONG LUE IVAN" userId="72bacae2-7144-492d-abea-cc5791aaa9df" providerId="ADAL" clId="{B21CF5B5-FB1A-4379-A71A-92BC1F380EE6}" dt="2025-05-25T15:56:55.040" v="141" actId="2696"/>
        <pc:sldMkLst>
          <pc:docMk/>
          <pc:sldMk cId="1702282778" sldId="260"/>
        </pc:sldMkLst>
      </pc:sldChg>
      <pc:sldChg chg="del">
        <pc:chgData name="OOI HONG LUE IVAN" userId="72bacae2-7144-492d-abea-cc5791aaa9df" providerId="ADAL" clId="{B21CF5B5-FB1A-4379-A71A-92BC1F380EE6}" dt="2025-05-25T15:53:25.570" v="54" actId="47"/>
        <pc:sldMkLst>
          <pc:docMk/>
          <pc:sldMk cId="3608543091" sldId="260"/>
        </pc:sldMkLst>
      </pc:sldChg>
      <pc:sldChg chg="addSp delSp modSp add mod">
        <pc:chgData name="OOI HONG LUE IVAN" userId="72bacae2-7144-492d-abea-cc5791aaa9df" providerId="ADAL" clId="{B21CF5B5-FB1A-4379-A71A-92BC1F380EE6}" dt="2025-05-25T15:58:54.796" v="218" actId="20577"/>
        <pc:sldMkLst>
          <pc:docMk/>
          <pc:sldMk cId="3618521210" sldId="260"/>
        </pc:sldMkLst>
        <pc:spChg chg="mod">
          <ac:chgData name="OOI HONG LUE IVAN" userId="72bacae2-7144-492d-abea-cc5791aaa9df" providerId="ADAL" clId="{B21CF5B5-FB1A-4379-A71A-92BC1F380EE6}" dt="2025-05-25T15:58:29.971" v="210" actId="20577"/>
          <ac:spMkLst>
            <pc:docMk/>
            <pc:sldMk cId="3618521210" sldId="260"/>
            <ac:spMk id="2" creationId="{AF71805F-9CB4-5BD3-D80D-C39D405B5E5F}"/>
          </ac:spMkLst>
        </pc:spChg>
        <pc:spChg chg="mod">
          <ac:chgData name="OOI HONG LUE IVAN" userId="72bacae2-7144-492d-abea-cc5791aaa9df" providerId="ADAL" clId="{B21CF5B5-FB1A-4379-A71A-92BC1F380EE6}" dt="2025-05-25T15:58:54.796" v="218" actId="20577"/>
          <ac:spMkLst>
            <pc:docMk/>
            <pc:sldMk cId="3618521210" sldId="260"/>
            <ac:spMk id="3" creationId="{DA8B0EE2-7198-BA37-2133-1C176F39F4DD}"/>
          </ac:spMkLst>
        </pc:spChg>
        <pc:spChg chg="del">
          <ac:chgData name="OOI HONG LUE IVAN" userId="72bacae2-7144-492d-abea-cc5791aaa9df" providerId="ADAL" clId="{B21CF5B5-FB1A-4379-A71A-92BC1F380EE6}" dt="2025-05-25T15:58:39.074" v="213" actId="26606"/>
          <ac:spMkLst>
            <pc:docMk/>
            <pc:sldMk cId="3618521210" sldId="260"/>
            <ac:spMk id="12300" creationId="{D45E2F3D-BECC-A25A-ACC9-4F52E5DA8081}"/>
          </ac:spMkLst>
        </pc:spChg>
        <pc:spChg chg="add">
          <ac:chgData name="OOI HONG LUE IVAN" userId="72bacae2-7144-492d-abea-cc5791aaa9df" providerId="ADAL" clId="{B21CF5B5-FB1A-4379-A71A-92BC1F380EE6}" dt="2025-05-25T15:58:39.074" v="213" actId="26606"/>
          <ac:spMkLst>
            <pc:docMk/>
            <pc:sldMk cId="3618521210" sldId="260"/>
            <ac:spMk id="13319" creationId="{37B65277-82C6-6D08-6DCA-4A7DCC3B7136}"/>
          </ac:spMkLst>
        </pc:spChg>
        <pc:picChg chg="del">
          <ac:chgData name="OOI HONG LUE IVAN" userId="72bacae2-7144-492d-abea-cc5791aaa9df" providerId="ADAL" clId="{B21CF5B5-FB1A-4379-A71A-92BC1F380EE6}" dt="2025-05-25T15:58:35.444" v="211" actId="478"/>
          <ac:picMkLst>
            <pc:docMk/>
            <pc:sldMk cId="3618521210" sldId="260"/>
            <ac:picMk id="5" creationId="{99C78E1E-AB90-B3DF-30CF-6863EBE02647}"/>
          </ac:picMkLst>
        </pc:picChg>
        <pc:picChg chg="add mod">
          <ac:chgData name="OOI HONG LUE IVAN" userId="72bacae2-7144-492d-abea-cc5791aaa9df" providerId="ADAL" clId="{B21CF5B5-FB1A-4379-A71A-92BC1F380EE6}" dt="2025-05-25T15:58:50.179" v="215" actId="27614"/>
          <ac:picMkLst>
            <pc:docMk/>
            <pc:sldMk cId="3618521210" sldId="260"/>
            <ac:picMk id="13314" creationId="{F275F59D-C209-5F45-D693-DDFAB3B17350}"/>
          </ac:picMkLst>
        </pc:picChg>
      </pc:sldChg>
      <pc:sldChg chg="addSp delSp modSp add mod">
        <pc:chgData name="OOI HONG LUE IVAN" userId="72bacae2-7144-492d-abea-cc5791aaa9df" providerId="ADAL" clId="{B21CF5B5-FB1A-4379-A71A-92BC1F380EE6}" dt="2025-05-25T16:01:04.174" v="270" actId="20577"/>
        <pc:sldMkLst>
          <pc:docMk/>
          <pc:sldMk cId="3376279460" sldId="261"/>
        </pc:sldMkLst>
        <pc:spChg chg="mod">
          <ac:chgData name="OOI HONG LUE IVAN" userId="72bacae2-7144-492d-abea-cc5791aaa9df" providerId="ADAL" clId="{B21CF5B5-FB1A-4379-A71A-92BC1F380EE6}" dt="2025-05-25T16:00:02.400" v="232" actId="26606"/>
          <ac:spMkLst>
            <pc:docMk/>
            <pc:sldMk cId="3376279460" sldId="261"/>
            <ac:spMk id="2" creationId="{AEB99C07-5AEA-887D-7D74-A2C2A7E8CBCE}"/>
          </ac:spMkLst>
        </pc:spChg>
        <pc:spChg chg="mod">
          <ac:chgData name="OOI HONG LUE IVAN" userId="72bacae2-7144-492d-abea-cc5791aaa9df" providerId="ADAL" clId="{B21CF5B5-FB1A-4379-A71A-92BC1F380EE6}" dt="2025-05-25T16:01:04.174" v="270" actId="20577"/>
          <ac:spMkLst>
            <pc:docMk/>
            <pc:sldMk cId="3376279460" sldId="261"/>
            <ac:spMk id="3" creationId="{1C635618-EADE-8F9A-CF55-F3E09D0B0A3B}"/>
          </ac:spMkLst>
        </pc:spChg>
        <pc:spChg chg="del">
          <ac:chgData name="OOI HONG LUE IVAN" userId="72bacae2-7144-492d-abea-cc5791aaa9df" providerId="ADAL" clId="{B21CF5B5-FB1A-4379-A71A-92BC1F380EE6}" dt="2025-05-25T16:00:02.400" v="232" actId="26606"/>
          <ac:spMkLst>
            <pc:docMk/>
            <pc:sldMk cId="3376279460" sldId="261"/>
            <ac:spMk id="13319" creationId="{7022FD4A-1D89-702A-A717-F317624F94EC}"/>
          </ac:spMkLst>
        </pc:spChg>
        <pc:spChg chg="add">
          <ac:chgData name="OOI HONG LUE IVAN" userId="72bacae2-7144-492d-abea-cc5791aaa9df" providerId="ADAL" clId="{B21CF5B5-FB1A-4379-A71A-92BC1F380EE6}" dt="2025-05-25T16:00:02.400" v="232" actId="26606"/>
          <ac:spMkLst>
            <pc:docMk/>
            <pc:sldMk cId="3376279460" sldId="261"/>
            <ac:spMk id="14345" creationId="{A5A14613-C96C-F5FD-0593-24D7C0DA4997}"/>
          </ac:spMkLst>
        </pc:spChg>
        <pc:picChg chg="del">
          <ac:chgData name="OOI HONG LUE IVAN" userId="72bacae2-7144-492d-abea-cc5791aaa9df" providerId="ADAL" clId="{B21CF5B5-FB1A-4379-A71A-92BC1F380EE6}" dt="2025-05-25T15:59:57.728" v="229" actId="478"/>
          <ac:picMkLst>
            <pc:docMk/>
            <pc:sldMk cId="3376279460" sldId="261"/>
            <ac:picMk id="13314" creationId="{288C602A-0640-6B2A-11E1-76E3EB0381C6}"/>
          </ac:picMkLst>
        </pc:picChg>
        <pc:picChg chg="add mod ord">
          <ac:chgData name="OOI HONG LUE IVAN" userId="72bacae2-7144-492d-abea-cc5791aaa9df" providerId="ADAL" clId="{B21CF5B5-FB1A-4379-A71A-92BC1F380EE6}" dt="2025-05-25T16:00:02.400" v="232" actId="26606"/>
          <ac:picMkLst>
            <pc:docMk/>
            <pc:sldMk cId="3376279460" sldId="261"/>
            <ac:picMk id="14338" creationId="{0C1EFBFE-6169-9797-7323-A2DD0BC3CB96}"/>
          </ac:picMkLst>
        </pc:picChg>
        <pc:picChg chg="add mod">
          <ac:chgData name="OOI HONG LUE IVAN" userId="72bacae2-7144-492d-abea-cc5791aaa9df" providerId="ADAL" clId="{B21CF5B5-FB1A-4379-A71A-92BC1F380EE6}" dt="2025-05-25T16:00:02.400" v="232" actId="26606"/>
          <ac:picMkLst>
            <pc:docMk/>
            <pc:sldMk cId="3376279460" sldId="261"/>
            <ac:picMk id="14340" creationId="{86A4116D-68C8-E262-61C8-9744886EE3DB}"/>
          </ac:picMkLst>
        </pc:picChg>
      </pc:sldChg>
      <pc:sldChg chg="del">
        <pc:chgData name="OOI HONG LUE IVAN" userId="72bacae2-7144-492d-abea-cc5791aaa9df" providerId="ADAL" clId="{B21CF5B5-FB1A-4379-A71A-92BC1F380EE6}" dt="2025-05-25T15:53:25.062" v="53" actId="47"/>
        <pc:sldMkLst>
          <pc:docMk/>
          <pc:sldMk cId="4174041227" sldId="261"/>
        </pc:sldMkLst>
      </pc:sldChg>
      <pc:sldChg chg="addSp delSp modSp new mod setBg">
        <pc:chgData name="OOI HONG LUE IVAN" userId="72bacae2-7144-492d-abea-cc5791aaa9df" providerId="ADAL" clId="{B21CF5B5-FB1A-4379-A71A-92BC1F380EE6}" dt="2025-05-25T16:05:23.827" v="332" actId="20577"/>
        <pc:sldMkLst>
          <pc:docMk/>
          <pc:sldMk cId="2502005500" sldId="262"/>
        </pc:sldMkLst>
        <pc:spChg chg="mod">
          <ac:chgData name="OOI HONG LUE IVAN" userId="72bacae2-7144-492d-abea-cc5791aaa9df" providerId="ADAL" clId="{B21CF5B5-FB1A-4379-A71A-92BC1F380EE6}" dt="2025-05-25T16:02:58.487" v="327" actId="26606"/>
          <ac:spMkLst>
            <pc:docMk/>
            <pc:sldMk cId="2502005500" sldId="262"/>
            <ac:spMk id="2" creationId="{2B944EC6-61D0-BF94-CA00-BCF21C44FE11}"/>
          </ac:spMkLst>
        </pc:spChg>
        <pc:spChg chg="del mod">
          <ac:chgData name="OOI HONG LUE IVAN" userId="72bacae2-7144-492d-abea-cc5791aaa9df" providerId="ADAL" clId="{B21CF5B5-FB1A-4379-A71A-92BC1F380EE6}" dt="2025-05-25T16:02:53.390" v="324" actId="931"/>
          <ac:spMkLst>
            <pc:docMk/>
            <pc:sldMk cId="2502005500" sldId="262"/>
            <ac:spMk id="3" creationId="{E19041A2-F322-1F16-CC36-8FDB181BFEFB}"/>
          </ac:spMkLst>
        </pc:spChg>
        <pc:spChg chg="add mod">
          <ac:chgData name="OOI HONG LUE IVAN" userId="72bacae2-7144-492d-abea-cc5791aaa9df" providerId="ADAL" clId="{B21CF5B5-FB1A-4379-A71A-92BC1F380EE6}" dt="2025-05-25T16:05:23.827" v="332" actId="20577"/>
          <ac:spMkLst>
            <pc:docMk/>
            <pc:sldMk cId="2502005500" sldId="262"/>
            <ac:spMk id="15366" creationId="{04B6BF40-7C86-0C86-BC17-B78EDAC24A5F}"/>
          </ac:spMkLst>
        </pc:spChg>
        <pc:spChg chg="add">
          <ac:chgData name="OOI HONG LUE IVAN" userId="72bacae2-7144-492d-abea-cc5791aaa9df" providerId="ADAL" clId="{B21CF5B5-FB1A-4379-A71A-92BC1F380EE6}" dt="2025-05-25T16:02:58.487" v="327" actId="26606"/>
          <ac:spMkLst>
            <pc:docMk/>
            <pc:sldMk cId="2502005500" sldId="262"/>
            <ac:spMk id="15369" creationId="{A5A14613-C96C-F5FD-0593-24D7C0DA4997}"/>
          </ac:spMkLst>
        </pc:spChg>
        <pc:picChg chg="add mod ord">
          <ac:chgData name="OOI HONG LUE IVAN" userId="72bacae2-7144-492d-abea-cc5791aaa9df" providerId="ADAL" clId="{B21CF5B5-FB1A-4379-A71A-92BC1F380EE6}" dt="2025-05-25T16:02:58.487" v="327" actId="26606"/>
          <ac:picMkLst>
            <pc:docMk/>
            <pc:sldMk cId="2502005500" sldId="262"/>
            <ac:picMk id="5" creationId="{A458F914-0F07-E057-136D-3ECA20301D69}"/>
          </ac:picMkLst>
        </pc:picChg>
        <pc:picChg chg="add mod">
          <ac:chgData name="OOI HONG LUE IVAN" userId="72bacae2-7144-492d-abea-cc5791aaa9df" providerId="ADAL" clId="{B21CF5B5-FB1A-4379-A71A-92BC1F380EE6}" dt="2025-05-25T16:05:18.286" v="329" actId="27614"/>
          <ac:picMkLst>
            <pc:docMk/>
            <pc:sldMk cId="2502005500" sldId="262"/>
            <ac:picMk id="15362" creationId="{B4EAC43E-2366-A59A-1A2F-E1EED96F11A5}"/>
          </ac:picMkLst>
        </pc:picChg>
      </pc:sldChg>
      <pc:sldChg chg="del">
        <pc:chgData name="OOI HONG LUE IVAN" userId="72bacae2-7144-492d-abea-cc5791aaa9df" providerId="ADAL" clId="{B21CF5B5-FB1A-4379-A71A-92BC1F380EE6}" dt="2025-05-25T15:53:24.531" v="52" actId="47"/>
        <pc:sldMkLst>
          <pc:docMk/>
          <pc:sldMk cId="3544182566" sldId="262"/>
        </pc:sldMkLst>
      </pc:sldChg>
      <pc:sldChg chg="del">
        <pc:chgData name="OOI HONG LUE IVAN" userId="72bacae2-7144-492d-abea-cc5791aaa9df" providerId="ADAL" clId="{B21CF5B5-FB1A-4379-A71A-92BC1F380EE6}" dt="2025-05-25T15:53:21.407" v="50" actId="47"/>
        <pc:sldMkLst>
          <pc:docMk/>
          <pc:sldMk cId="2118334200" sldId="263"/>
        </pc:sldMkLst>
      </pc:sldChg>
      <pc:sldChg chg="add">
        <pc:chgData name="OOI HONG LUE IVAN" userId="72bacae2-7144-492d-abea-cc5791aaa9df" providerId="ADAL" clId="{B21CF5B5-FB1A-4379-A71A-92BC1F380EE6}" dt="2025-05-25T16:05:55.596" v="335" actId="2890"/>
        <pc:sldMkLst>
          <pc:docMk/>
          <pc:sldMk cId="2582934593" sldId="263"/>
        </pc:sldMkLst>
      </pc:sldChg>
      <pc:sldChg chg="new del">
        <pc:chgData name="OOI HONG LUE IVAN" userId="72bacae2-7144-492d-abea-cc5791aaa9df" providerId="ADAL" clId="{B21CF5B5-FB1A-4379-A71A-92BC1F380EE6}" dt="2025-05-25T16:05:53.519" v="334" actId="2696"/>
        <pc:sldMkLst>
          <pc:docMk/>
          <pc:sldMk cId="3912698327" sldId="263"/>
        </pc:sldMkLst>
      </pc:sldChg>
      <pc:sldChg chg="addSp delSp modSp add mod">
        <pc:chgData name="OOI HONG LUE IVAN" userId="72bacae2-7144-492d-abea-cc5791aaa9df" providerId="ADAL" clId="{B21CF5B5-FB1A-4379-A71A-92BC1F380EE6}" dt="2025-05-25T16:11:52.974" v="525" actId="20577"/>
        <pc:sldMkLst>
          <pc:docMk/>
          <pc:sldMk cId="450620568" sldId="264"/>
        </pc:sldMkLst>
        <pc:spChg chg="mod">
          <ac:chgData name="OOI HONG LUE IVAN" userId="72bacae2-7144-492d-abea-cc5791aaa9df" providerId="ADAL" clId="{B21CF5B5-FB1A-4379-A71A-92BC1F380EE6}" dt="2025-05-25T16:10:44.395" v="520" actId="26606"/>
          <ac:spMkLst>
            <pc:docMk/>
            <pc:sldMk cId="450620568" sldId="264"/>
            <ac:spMk id="2" creationId="{AE5CF98C-6AB1-970A-86EE-32D871E59511}"/>
          </ac:spMkLst>
        </pc:spChg>
        <pc:spChg chg="mod">
          <ac:chgData name="OOI HONG LUE IVAN" userId="72bacae2-7144-492d-abea-cc5791aaa9df" providerId="ADAL" clId="{B21CF5B5-FB1A-4379-A71A-92BC1F380EE6}" dt="2025-05-25T16:11:52.974" v="525" actId="20577"/>
          <ac:spMkLst>
            <pc:docMk/>
            <pc:sldMk cId="450620568" sldId="264"/>
            <ac:spMk id="15366" creationId="{C329B3A2-B257-B202-ADED-367982407A45}"/>
          </ac:spMkLst>
        </pc:spChg>
        <pc:spChg chg="del">
          <ac:chgData name="OOI HONG LUE IVAN" userId="72bacae2-7144-492d-abea-cc5791aaa9df" providerId="ADAL" clId="{B21CF5B5-FB1A-4379-A71A-92BC1F380EE6}" dt="2025-05-25T16:10:44.395" v="520" actId="26606"/>
          <ac:spMkLst>
            <pc:docMk/>
            <pc:sldMk cId="450620568" sldId="264"/>
            <ac:spMk id="15369" creationId="{33516EE0-34F3-3DFE-CC5A-F9978116A5DA}"/>
          </ac:spMkLst>
        </pc:spChg>
        <pc:spChg chg="add">
          <ac:chgData name="OOI HONG LUE IVAN" userId="72bacae2-7144-492d-abea-cc5791aaa9df" providerId="ADAL" clId="{B21CF5B5-FB1A-4379-A71A-92BC1F380EE6}" dt="2025-05-25T16:10:44.395" v="520" actId="26606"/>
          <ac:spMkLst>
            <pc:docMk/>
            <pc:sldMk cId="450620568" sldId="264"/>
            <ac:spMk id="17415" creationId="{A5A14613-C96C-F5FD-0593-24D7C0DA4997}"/>
          </ac:spMkLst>
        </pc:spChg>
        <pc:picChg chg="add mod">
          <ac:chgData name="OOI HONG LUE IVAN" userId="72bacae2-7144-492d-abea-cc5791aaa9df" providerId="ADAL" clId="{B21CF5B5-FB1A-4379-A71A-92BC1F380EE6}" dt="2025-05-25T16:10:44.395" v="520" actId="26606"/>
          <ac:picMkLst>
            <pc:docMk/>
            <pc:sldMk cId="450620568" sldId="264"/>
            <ac:picMk id="4" creationId="{DE7A2016-062A-D69D-3684-E9FAA507D95D}"/>
          </ac:picMkLst>
        </pc:picChg>
        <pc:picChg chg="del">
          <ac:chgData name="OOI HONG LUE IVAN" userId="72bacae2-7144-492d-abea-cc5791aaa9df" providerId="ADAL" clId="{B21CF5B5-FB1A-4379-A71A-92BC1F380EE6}" dt="2025-05-25T16:08:37.938" v="515" actId="478"/>
          <ac:picMkLst>
            <pc:docMk/>
            <pc:sldMk cId="450620568" sldId="264"/>
            <ac:picMk id="5" creationId="{29F08124-A4FB-D639-2AA5-08F8E7B6B87A}"/>
          </ac:picMkLst>
        </pc:picChg>
        <pc:picChg chg="del">
          <ac:chgData name="OOI HONG LUE IVAN" userId="72bacae2-7144-492d-abea-cc5791aaa9df" providerId="ADAL" clId="{B21CF5B5-FB1A-4379-A71A-92BC1F380EE6}" dt="2025-05-25T16:08:25.194" v="513" actId="478"/>
          <ac:picMkLst>
            <pc:docMk/>
            <pc:sldMk cId="450620568" sldId="264"/>
            <ac:picMk id="15362" creationId="{3B506A31-8D71-EF46-A7FA-EA60EB2EA596}"/>
          </ac:picMkLst>
        </pc:picChg>
        <pc:picChg chg="add mod">
          <ac:chgData name="OOI HONG LUE IVAN" userId="72bacae2-7144-492d-abea-cc5791aaa9df" providerId="ADAL" clId="{B21CF5B5-FB1A-4379-A71A-92BC1F380EE6}" dt="2025-05-25T16:11:51.178" v="522" actId="27614"/>
          <ac:picMkLst>
            <pc:docMk/>
            <pc:sldMk cId="450620568" sldId="264"/>
            <ac:picMk id="17410" creationId="{FD03752E-38C1-2D4E-ECC3-B32D0421149F}"/>
          </ac:picMkLst>
        </pc:picChg>
      </pc:sldChg>
      <pc:sldChg chg="del">
        <pc:chgData name="OOI HONG LUE IVAN" userId="72bacae2-7144-492d-abea-cc5791aaa9df" providerId="ADAL" clId="{B21CF5B5-FB1A-4379-A71A-92BC1F380EE6}" dt="2025-05-25T15:53:20.896" v="49" actId="47"/>
        <pc:sldMkLst>
          <pc:docMk/>
          <pc:sldMk cId="1974801629" sldId="264"/>
        </pc:sldMkLst>
      </pc:sldChg>
      <pc:sldChg chg="addSp delSp modSp new mod setBg">
        <pc:chgData name="OOI HONG LUE IVAN" userId="72bacae2-7144-492d-abea-cc5791aaa9df" providerId="ADAL" clId="{B21CF5B5-FB1A-4379-A71A-92BC1F380EE6}" dt="2025-05-25T16:08:17.252" v="512" actId="20577"/>
        <pc:sldMkLst>
          <pc:docMk/>
          <pc:sldMk cId="2080772737" sldId="265"/>
        </pc:sldMkLst>
        <pc:spChg chg="mod">
          <ac:chgData name="OOI HONG LUE IVAN" userId="72bacae2-7144-492d-abea-cc5791aaa9df" providerId="ADAL" clId="{B21CF5B5-FB1A-4379-A71A-92BC1F380EE6}" dt="2025-05-25T16:07:25.322" v="411" actId="26606"/>
          <ac:spMkLst>
            <pc:docMk/>
            <pc:sldMk cId="2080772737" sldId="265"/>
            <ac:spMk id="2" creationId="{77636695-8412-1E96-180C-E071BAF9D6A5}"/>
          </ac:spMkLst>
        </pc:spChg>
        <pc:spChg chg="del">
          <ac:chgData name="OOI HONG LUE IVAN" userId="72bacae2-7144-492d-abea-cc5791aaa9df" providerId="ADAL" clId="{B21CF5B5-FB1A-4379-A71A-92BC1F380EE6}" dt="2025-05-25T16:07:20.825" v="408" actId="931"/>
          <ac:spMkLst>
            <pc:docMk/>
            <pc:sldMk cId="2080772737" sldId="265"/>
            <ac:spMk id="3" creationId="{577DF6AB-995F-1121-0F9F-2CE7CE0B7D02}"/>
          </ac:spMkLst>
        </pc:spChg>
        <pc:spChg chg="add mod">
          <ac:chgData name="OOI HONG LUE IVAN" userId="72bacae2-7144-492d-abea-cc5791aaa9df" providerId="ADAL" clId="{B21CF5B5-FB1A-4379-A71A-92BC1F380EE6}" dt="2025-05-25T16:08:17.252" v="512" actId="20577"/>
          <ac:spMkLst>
            <pc:docMk/>
            <pc:sldMk cId="2080772737" sldId="265"/>
            <ac:spMk id="16390" creationId="{90959D85-B867-BA56-96E3-B16C84C79568}"/>
          </ac:spMkLst>
        </pc:spChg>
        <pc:spChg chg="add">
          <ac:chgData name="OOI HONG LUE IVAN" userId="72bacae2-7144-492d-abea-cc5791aaa9df" providerId="ADAL" clId="{B21CF5B5-FB1A-4379-A71A-92BC1F380EE6}" dt="2025-05-25T16:07:25.322" v="411" actId="26606"/>
          <ac:spMkLst>
            <pc:docMk/>
            <pc:sldMk cId="2080772737" sldId="265"/>
            <ac:spMk id="16393" creationId="{A5A14613-C96C-F5FD-0593-24D7C0DA4997}"/>
          </ac:spMkLst>
        </pc:spChg>
        <pc:picChg chg="add mod ord">
          <ac:chgData name="OOI HONG LUE IVAN" userId="72bacae2-7144-492d-abea-cc5791aaa9df" providerId="ADAL" clId="{B21CF5B5-FB1A-4379-A71A-92BC1F380EE6}" dt="2025-05-25T16:07:25.322" v="411" actId="26606"/>
          <ac:picMkLst>
            <pc:docMk/>
            <pc:sldMk cId="2080772737" sldId="265"/>
            <ac:picMk id="5" creationId="{7EBFF2B0-DA20-5D8D-E957-99EA09D2E91A}"/>
          </ac:picMkLst>
        </pc:picChg>
        <pc:picChg chg="add mod">
          <ac:chgData name="OOI HONG LUE IVAN" userId="72bacae2-7144-492d-abea-cc5791aaa9df" providerId="ADAL" clId="{B21CF5B5-FB1A-4379-A71A-92BC1F380EE6}" dt="2025-05-25T16:07:25.322" v="411" actId="26606"/>
          <ac:picMkLst>
            <pc:docMk/>
            <pc:sldMk cId="2080772737" sldId="265"/>
            <ac:picMk id="16386" creationId="{4033A34B-5318-B26C-7D2E-C214BFF16CD8}"/>
          </ac:picMkLst>
        </pc:picChg>
      </pc:sldChg>
      <pc:sldChg chg="del">
        <pc:chgData name="OOI HONG LUE IVAN" userId="72bacae2-7144-492d-abea-cc5791aaa9df" providerId="ADAL" clId="{B21CF5B5-FB1A-4379-A71A-92BC1F380EE6}" dt="2025-05-25T15:53:20.387" v="48" actId="47"/>
        <pc:sldMkLst>
          <pc:docMk/>
          <pc:sldMk cId="4276394979" sldId="265"/>
        </pc:sldMkLst>
      </pc:sldChg>
      <pc:sldChg chg="del">
        <pc:chgData name="OOI HONG LUE IVAN" userId="72bacae2-7144-492d-abea-cc5791aaa9df" providerId="ADAL" clId="{B21CF5B5-FB1A-4379-A71A-92BC1F380EE6}" dt="2025-05-25T15:53:19.134" v="46" actId="47"/>
        <pc:sldMkLst>
          <pc:docMk/>
          <pc:sldMk cId="2151162718" sldId="266"/>
        </pc:sldMkLst>
      </pc:sldChg>
      <pc:sldChg chg="addSp delSp modSp add mod">
        <pc:chgData name="OOI HONG LUE IVAN" userId="72bacae2-7144-492d-abea-cc5791aaa9df" providerId="ADAL" clId="{B21CF5B5-FB1A-4379-A71A-92BC1F380EE6}" dt="2025-05-25T16:25:12.143" v="969" actId="1076"/>
        <pc:sldMkLst>
          <pc:docMk/>
          <pc:sldMk cId="2719662054" sldId="266"/>
        </pc:sldMkLst>
        <pc:spChg chg="mod">
          <ac:chgData name="OOI HONG LUE IVAN" userId="72bacae2-7144-492d-abea-cc5791aaa9df" providerId="ADAL" clId="{B21CF5B5-FB1A-4379-A71A-92BC1F380EE6}" dt="2025-05-25T16:20:41.415" v="769" actId="26606"/>
          <ac:spMkLst>
            <pc:docMk/>
            <pc:sldMk cId="2719662054" sldId="266"/>
            <ac:spMk id="2" creationId="{E330D566-0A7F-EA13-A48A-E4CFBF4D8E40}"/>
          </ac:spMkLst>
        </pc:spChg>
        <pc:spChg chg="mod ord">
          <ac:chgData name="OOI HONG LUE IVAN" userId="72bacae2-7144-492d-abea-cc5791aaa9df" providerId="ADAL" clId="{B21CF5B5-FB1A-4379-A71A-92BC1F380EE6}" dt="2025-05-25T16:24:59.325" v="957" actId="1076"/>
          <ac:spMkLst>
            <pc:docMk/>
            <pc:sldMk cId="2719662054" sldId="266"/>
            <ac:spMk id="15366" creationId="{9C10C000-58A7-8101-E1D8-84B3AD79662B}"/>
          </ac:spMkLst>
        </pc:spChg>
        <pc:spChg chg="add del">
          <ac:chgData name="OOI HONG LUE IVAN" userId="72bacae2-7144-492d-abea-cc5791aaa9df" providerId="ADAL" clId="{B21CF5B5-FB1A-4379-A71A-92BC1F380EE6}" dt="2025-05-25T16:15:46.388" v="662" actId="26606"/>
          <ac:spMkLst>
            <pc:docMk/>
            <pc:sldMk cId="2719662054" sldId="266"/>
            <ac:spMk id="17415" creationId="{BA09CD92-5AC7-9057-8446-8531787D559F}"/>
          </ac:spMkLst>
        </pc:spChg>
        <pc:spChg chg="add del">
          <ac:chgData name="OOI HONG LUE IVAN" userId="72bacae2-7144-492d-abea-cc5791aaa9df" providerId="ADAL" clId="{B21CF5B5-FB1A-4379-A71A-92BC1F380EE6}" dt="2025-05-25T16:15:46.385" v="661" actId="26606"/>
          <ac:spMkLst>
            <pc:docMk/>
            <pc:sldMk cId="2719662054" sldId="266"/>
            <ac:spMk id="18439" creationId="{B48C9DD2-989F-8CA3-3946-7AA643BD07F8}"/>
          </ac:spMkLst>
        </pc:spChg>
        <pc:spChg chg="add del">
          <ac:chgData name="OOI HONG LUE IVAN" userId="72bacae2-7144-492d-abea-cc5791aaa9df" providerId="ADAL" clId="{B21CF5B5-FB1A-4379-A71A-92BC1F380EE6}" dt="2025-05-25T16:16:55.149" v="666" actId="26606"/>
          <ac:spMkLst>
            <pc:docMk/>
            <pc:sldMk cId="2719662054" sldId="266"/>
            <ac:spMk id="18441" creationId="{FB074614-7930-0161-342A-D2CB09AB4D64}"/>
          </ac:spMkLst>
        </pc:spChg>
        <pc:spChg chg="add del">
          <ac:chgData name="OOI HONG LUE IVAN" userId="72bacae2-7144-492d-abea-cc5791aaa9df" providerId="ADAL" clId="{B21CF5B5-FB1A-4379-A71A-92BC1F380EE6}" dt="2025-05-25T16:20:41.415" v="769" actId="26606"/>
          <ac:spMkLst>
            <pc:docMk/>
            <pc:sldMk cId="2719662054" sldId="266"/>
            <ac:spMk id="18446" creationId="{A5A14613-C96C-F5FD-0593-24D7C0DA4997}"/>
          </ac:spMkLst>
        </pc:spChg>
        <pc:spChg chg="add del">
          <ac:chgData name="OOI HONG LUE IVAN" userId="72bacae2-7144-492d-abea-cc5791aaa9df" providerId="ADAL" clId="{B21CF5B5-FB1A-4379-A71A-92BC1F380EE6}" dt="2025-05-25T16:24:57.510" v="955" actId="26606"/>
          <ac:spMkLst>
            <pc:docMk/>
            <pc:sldMk cId="2719662054" sldId="266"/>
            <ac:spMk id="18451" creationId="{1904B055-668E-876B-88D5-BF2211C5593E}"/>
          </ac:spMkLst>
        </pc:spChg>
        <pc:spChg chg="add">
          <ac:chgData name="OOI HONG LUE IVAN" userId="72bacae2-7144-492d-abea-cc5791aaa9df" providerId="ADAL" clId="{B21CF5B5-FB1A-4379-A71A-92BC1F380EE6}" dt="2025-05-25T16:24:57.510" v="955" actId="26606"/>
          <ac:spMkLst>
            <pc:docMk/>
            <pc:sldMk cId="2719662054" sldId="266"/>
            <ac:spMk id="18456" creationId="{1904B055-668E-876B-88D5-BF2211C5593E}"/>
          </ac:spMkLst>
        </pc:spChg>
        <pc:picChg chg="add del mod ord">
          <ac:chgData name="OOI HONG LUE IVAN" userId="72bacae2-7144-492d-abea-cc5791aaa9df" providerId="ADAL" clId="{B21CF5B5-FB1A-4379-A71A-92BC1F380EE6}" dt="2025-05-25T16:16:51.911" v="665" actId="478"/>
          <ac:picMkLst>
            <pc:docMk/>
            <pc:sldMk cId="2719662054" sldId="266"/>
            <ac:picMk id="4" creationId="{B4E4141A-782D-008A-088D-7F1CBDECD915}"/>
          </ac:picMkLst>
        </pc:picChg>
        <pc:picChg chg="add del mod">
          <ac:chgData name="OOI HONG LUE IVAN" userId="72bacae2-7144-492d-abea-cc5791aaa9df" providerId="ADAL" clId="{B21CF5B5-FB1A-4379-A71A-92BC1F380EE6}" dt="2025-05-25T16:19:01.529" v="762" actId="478"/>
          <ac:picMkLst>
            <pc:docMk/>
            <pc:sldMk cId="2719662054" sldId="266"/>
            <ac:picMk id="5" creationId="{800579B4-94C4-CFAF-CEB4-B256500BE237}"/>
          </ac:picMkLst>
        </pc:picChg>
        <pc:picChg chg="add del mod">
          <ac:chgData name="OOI HONG LUE IVAN" userId="72bacae2-7144-492d-abea-cc5791aaa9df" providerId="ADAL" clId="{B21CF5B5-FB1A-4379-A71A-92BC1F380EE6}" dt="2025-05-25T16:24:14.639" v="948" actId="478"/>
          <ac:picMkLst>
            <pc:docMk/>
            <pc:sldMk cId="2719662054" sldId="266"/>
            <ac:picMk id="7" creationId="{4028EC3B-EE71-505E-150E-F46898381E96}"/>
          </ac:picMkLst>
        </pc:picChg>
        <pc:picChg chg="add del mod">
          <ac:chgData name="OOI HONG LUE IVAN" userId="72bacae2-7144-492d-abea-cc5791aaa9df" providerId="ADAL" clId="{B21CF5B5-FB1A-4379-A71A-92BC1F380EE6}" dt="2025-05-25T16:24:16.179" v="949" actId="478"/>
          <ac:picMkLst>
            <pc:docMk/>
            <pc:sldMk cId="2719662054" sldId="266"/>
            <ac:picMk id="9" creationId="{3D01F93D-A978-A862-D18D-84CF367819DF}"/>
          </ac:picMkLst>
        </pc:picChg>
        <pc:picChg chg="add mod">
          <ac:chgData name="OOI HONG LUE IVAN" userId="72bacae2-7144-492d-abea-cc5791aaa9df" providerId="ADAL" clId="{B21CF5B5-FB1A-4379-A71A-92BC1F380EE6}" dt="2025-05-25T16:25:12.143" v="969" actId="1076"/>
          <ac:picMkLst>
            <pc:docMk/>
            <pc:sldMk cId="2719662054" sldId="266"/>
            <ac:picMk id="11" creationId="{39E20F3E-321B-C1BB-869F-8BA42731628B}"/>
          </ac:picMkLst>
        </pc:picChg>
        <pc:picChg chg="add mod">
          <ac:chgData name="OOI HONG LUE IVAN" userId="72bacae2-7144-492d-abea-cc5791aaa9df" providerId="ADAL" clId="{B21CF5B5-FB1A-4379-A71A-92BC1F380EE6}" dt="2025-05-25T16:25:10.108" v="967" actId="1076"/>
          <ac:picMkLst>
            <pc:docMk/>
            <pc:sldMk cId="2719662054" sldId="266"/>
            <ac:picMk id="13" creationId="{2E3D50DB-A05A-3075-AB22-EEA3C8F71028}"/>
          </ac:picMkLst>
        </pc:picChg>
        <pc:picChg chg="del">
          <ac:chgData name="OOI HONG LUE IVAN" userId="72bacae2-7144-492d-abea-cc5791aaa9df" providerId="ADAL" clId="{B21CF5B5-FB1A-4379-A71A-92BC1F380EE6}" dt="2025-05-25T16:14:49.717" v="654" actId="478"/>
          <ac:picMkLst>
            <pc:docMk/>
            <pc:sldMk cId="2719662054" sldId="266"/>
            <ac:picMk id="17410" creationId="{0D6F6B87-23CC-954A-34D2-C56F9E641BBF}"/>
          </ac:picMkLst>
        </pc:picChg>
        <pc:picChg chg="add del mod ord">
          <ac:chgData name="OOI HONG LUE IVAN" userId="72bacae2-7144-492d-abea-cc5791aaa9df" providerId="ADAL" clId="{B21CF5B5-FB1A-4379-A71A-92BC1F380EE6}" dt="2025-05-25T16:19:00.210" v="761" actId="478"/>
          <ac:picMkLst>
            <pc:docMk/>
            <pc:sldMk cId="2719662054" sldId="266"/>
            <ac:picMk id="18434" creationId="{60472B95-C3CA-7967-32DA-34B341EC5189}"/>
          </ac:picMkLst>
        </pc:picChg>
        <pc:picChg chg="add mod ord">
          <ac:chgData name="OOI HONG LUE IVAN" userId="72bacae2-7144-492d-abea-cc5791aaa9df" providerId="ADAL" clId="{B21CF5B5-FB1A-4379-A71A-92BC1F380EE6}" dt="2025-05-25T16:25:07.138" v="963" actId="1076"/>
          <ac:picMkLst>
            <pc:docMk/>
            <pc:sldMk cId="2719662054" sldId="266"/>
            <ac:picMk id="18436" creationId="{ABEA214A-4BF9-03BC-EFBC-D89CDFED19C0}"/>
          </ac:picMkLst>
        </pc:picChg>
      </pc:sldChg>
      <pc:sldChg chg="new del">
        <pc:chgData name="OOI HONG LUE IVAN" userId="72bacae2-7144-492d-abea-cc5791aaa9df" providerId="ADAL" clId="{B21CF5B5-FB1A-4379-A71A-92BC1F380EE6}" dt="2025-05-25T16:12:47.254" v="527" actId="47"/>
        <pc:sldMkLst>
          <pc:docMk/>
          <pc:sldMk cId="3424394061" sldId="266"/>
        </pc:sldMkLst>
      </pc:sldChg>
      <pc:sldChg chg="addSp delSp modSp new mod">
        <pc:chgData name="OOI HONG LUE IVAN" userId="72bacae2-7144-492d-abea-cc5791aaa9df" providerId="ADAL" clId="{B21CF5B5-FB1A-4379-A71A-92BC1F380EE6}" dt="2025-05-25T16:14:46.021" v="653" actId="1076"/>
        <pc:sldMkLst>
          <pc:docMk/>
          <pc:sldMk cId="576194956" sldId="267"/>
        </pc:sldMkLst>
        <pc:spChg chg="mod">
          <ac:chgData name="OOI HONG LUE IVAN" userId="72bacae2-7144-492d-abea-cc5791aaa9df" providerId="ADAL" clId="{B21CF5B5-FB1A-4379-A71A-92BC1F380EE6}" dt="2025-05-25T16:13:16.777" v="569" actId="20577"/>
          <ac:spMkLst>
            <pc:docMk/>
            <pc:sldMk cId="576194956" sldId="267"/>
            <ac:spMk id="2" creationId="{FD525F6B-75D0-C2B0-E6BB-D55A09900FD0}"/>
          </ac:spMkLst>
        </pc:spChg>
        <pc:spChg chg="del">
          <ac:chgData name="OOI HONG LUE IVAN" userId="72bacae2-7144-492d-abea-cc5791aaa9df" providerId="ADAL" clId="{B21CF5B5-FB1A-4379-A71A-92BC1F380EE6}" dt="2025-05-25T16:13:25.414" v="570" actId="931"/>
          <ac:spMkLst>
            <pc:docMk/>
            <pc:sldMk cId="576194956" sldId="267"/>
            <ac:spMk id="3" creationId="{69EDA239-4E0B-B826-AD2A-45512980A7A2}"/>
          </ac:spMkLst>
        </pc:spChg>
        <pc:spChg chg="add del mod">
          <ac:chgData name="OOI HONG LUE IVAN" userId="72bacae2-7144-492d-abea-cc5791aaa9df" providerId="ADAL" clId="{B21CF5B5-FB1A-4379-A71A-92BC1F380EE6}" dt="2025-05-25T16:13:40.827" v="585"/>
          <ac:spMkLst>
            <pc:docMk/>
            <pc:sldMk cId="576194956" sldId="267"/>
            <ac:spMk id="6" creationId="{8FD463B7-3B04-C2D8-9591-734FB9A5DB4D}"/>
          </ac:spMkLst>
        </pc:spChg>
        <pc:spChg chg="add mod">
          <ac:chgData name="OOI HONG LUE IVAN" userId="72bacae2-7144-492d-abea-cc5791aaa9df" providerId="ADAL" clId="{B21CF5B5-FB1A-4379-A71A-92BC1F380EE6}" dt="2025-05-25T16:14:39.337" v="652" actId="1076"/>
          <ac:spMkLst>
            <pc:docMk/>
            <pc:sldMk cId="576194956" sldId="267"/>
            <ac:spMk id="7" creationId="{8D783E85-FD6D-7FDC-D2F9-63B73442EB92}"/>
          </ac:spMkLst>
        </pc:spChg>
        <pc:picChg chg="add mod">
          <ac:chgData name="OOI HONG LUE IVAN" userId="72bacae2-7144-492d-abea-cc5791aaa9df" providerId="ADAL" clId="{B21CF5B5-FB1A-4379-A71A-92BC1F380EE6}" dt="2025-05-25T16:14:46.021" v="653" actId="1076"/>
          <ac:picMkLst>
            <pc:docMk/>
            <pc:sldMk cId="576194956" sldId="267"/>
            <ac:picMk id="5" creationId="{6FE0751F-A946-779A-A0AD-A97CA7D2DA39}"/>
          </ac:picMkLst>
        </pc:picChg>
      </pc:sldChg>
      <pc:sldChg chg="del">
        <pc:chgData name="OOI HONG LUE IVAN" userId="72bacae2-7144-492d-abea-cc5791aaa9df" providerId="ADAL" clId="{B21CF5B5-FB1A-4379-A71A-92BC1F380EE6}" dt="2025-05-25T15:53:19.869" v="47" actId="47"/>
        <pc:sldMkLst>
          <pc:docMk/>
          <pc:sldMk cId="2657140498" sldId="267"/>
        </pc:sldMkLst>
      </pc:sldChg>
      <pc:sldChg chg="del">
        <pc:chgData name="OOI HONG LUE IVAN" userId="72bacae2-7144-492d-abea-cc5791aaa9df" providerId="ADAL" clId="{B21CF5B5-FB1A-4379-A71A-92BC1F380EE6}" dt="2025-05-25T15:53:17.945" v="45" actId="47"/>
        <pc:sldMkLst>
          <pc:docMk/>
          <pc:sldMk cId="2434935814" sldId="268"/>
        </pc:sldMkLst>
      </pc:sldChg>
      <pc:sldChg chg="addSp delSp modSp new mod setBg">
        <pc:chgData name="OOI HONG LUE IVAN" userId="72bacae2-7144-492d-abea-cc5791aaa9df" providerId="ADAL" clId="{B21CF5B5-FB1A-4379-A71A-92BC1F380EE6}" dt="2025-05-25T18:39:39.375" v="1311" actId="20577"/>
        <pc:sldMkLst>
          <pc:docMk/>
          <pc:sldMk cId="2571477551" sldId="268"/>
        </pc:sldMkLst>
        <pc:spChg chg="mod">
          <ac:chgData name="OOI HONG LUE IVAN" userId="72bacae2-7144-492d-abea-cc5791aaa9df" providerId="ADAL" clId="{B21CF5B5-FB1A-4379-A71A-92BC1F380EE6}" dt="2025-05-25T18:39:18.108" v="1263" actId="26606"/>
          <ac:spMkLst>
            <pc:docMk/>
            <pc:sldMk cId="2571477551" sldId="268"/>
            <ac:spMk id="2" creationId="{A55C34F0-6A64-55D8-DFA3-59948AE5A164}"/>
          </ac:spMkLst>
        </pc:spChg>
        <pc:spChg chg="del">
          <ac:chgData name="OOI HONG LUE IVAN" userId="72bacae2-7144-492d-abea-cc5791aaa9df" providerId="ADAL" clId="{B21CF5B5-FB1A-4379-A71A-92BC1F380EE6}" dt="2025-05-25T18:39:15.920" v="1259" actId="931"/>
          <ac:spMkLst>
            <pc:docMk/>
            <pc:sldMk cId="2571477551" sldId="268"/>
            <ac:spMk id="3" creationId="{9DB67039-FE11-A22F-409D-272F0E4BDFD0}"/>
          </ac:spMkLst>
        </pc:spChg>
        <pc:spChg chg="add mod">
          <ac:chgData name="OOI HONG LUE IVAN" userId="72bacae2-7144-492d-abea-cc5791aaa9df" providerId="ADAL" clId="{B21CF5B5-FB1A-4379-A71A-92BC1F380EE6}" dt="2025-05-25T18:39:39.375" v="1311" actId="20577"/>
          <ac:spMkLst>
            <pc:docMk/>
            <pc:sldMk cId="2571477551" sldId="268"/>
            <ac:spMk id="9" creationId="{65351B23-96F3-9E35-B742-94EBD472CB3D}"/>
          </ac:spMkLst>
        </pc:spChg>
        <pc:spChg chg="add">
          <ac:chgData name="OOI HONG LUE IVAN" userId="72bacae2-7144-492d-abea-cc5791aaa9df" providerId="ADAL" clId="{B21CF5B5-FB1A-4379-A71A-92BC1F380EE6}" dt="2025-05-25T18:39:18.108" v="1263" actId="26606"/>
          <ac:spMkLst>
            <pc:docMk/>
            <pc:sldMk cId="2571477551" sldId="268"/>
            <ac:spMk id="12" creationId="{CBB0869A-0BE5-B3E9-F73D-2F3691E4D932}"/>
          </ac:spMkLst>
        </pc:spChg>
        <pc:picChg chg="add mod">
          <ac:chgData name="OOI HONG LUE IVAN" userId="72bacae2-7144-492d-abea-cc5791aaa9df" providerId="ADAL" clId="{B21CF5B5-FB1A-4379-A71A-92BC1F380EE6}" dt="2025-05-25T18:39:18.108" v="1263" actId="26606"/>
          <ac:picMkLst>
            <pc:docMk/>
            <pc:sldMk cId="2571477551" sldId="268"/>
            <ac:picMk id="5" creationId="{847E54B5-5434-58A5-DA67-8D6EF4A1D2B0}"/>
          </ac:picMkLst>
        </pc:picChg>
      </pc:sldChg>
      <pc:sldChg chg="addSp delSp modSp add mod ord">
        <pc:chgData name="OOI HONG LUE IVAN" userId="72bacae2-7144-492d-abea-cc5791aaa9df" providerId="ADAL" clId="{B21CF5B5-FB1A-4379-A71A-92BC1F380EE6}" dt="2025-05-25T18:36:22.514" v="1117" actId="14100"/>
        <pc:sldMkLst>
          <pc:docMk/>
          <pc:sldMk cId="2636375841" sldId="269"/>
        </pc:sldMkLst>
        <pc:spChg chg="mod">
          <ac:chgData name="OOI HONG LUE IVAN" userId="72bacae2-7144-492d-abea-cc5791aaa9df" providerId="ADAL" clId="{B21CF5B5-FB1A-4379-A71A-92BC1F380EE6}" dt="2025-05-25T16:23:23.255" v="860" actId="26606"/>
          <ac:spMkLst>
            <pc:docMk/>
            <pc:sldMk cId="2636375841" sldId="269"/>
            <ac:spMk id="2" creationId="{C32B2AF7-7E44-F242-7091-90EF7495496D}"/>
          </ac:spMkLst>
        </pc:spChg>
        <pc:spChg chg="mod">
          <ac:chgData name="OOI HONG LUE IVAN" userId="72bacae2-7144-492d-abea-cc5791aaa9df" providerId="ADAL" clId="{B21CF5B5-FB1A-4379-A71A-92BC1F380EE6}" dt="2025-05-25T18:36:22.514" v="1117" actId="14100"/>
          <ac:spMkLst>
            <pc:docMk/>
            <pc:sldMk cId="2636375841" sldId="269"/>
            <ac:spMk id="15366" creationId="{81EE07CC-1A44-212C-C7B4-AE0CC664B26E}"/>
          </ac:spMkLst>
        </pc:spChg>
        <pc:spChg chg="del">
          <ac:chgData name="OOI HONG LUE IVAN" userId="72bacae2-7144-492d-abea-cc5791aaa9df" providerId="ADAL" clId="{B21CF5B5-FB1A-4379-A71A-92BC1F380EE6}" dt="2025-05-25T16:23:23.255" v="860" actId="26606"/>
          <ac:spMkLst>
            <pc:docMk/>
            <pc:sldMk cId="2636375841" sldId="269"/>
            <ac:spMk id="17415" creationId="{7B13ABBF-EB06-82D6-F4CD-373222BCCB5B}"/>
          </ac:spMkLst>
        </pc:spChg>
        <pc:spChg chg="add">
          <ac:chgData name="OOI HONG LUE IVAN" userId="72bacae2-7144-492d-abea-cc5791aaa9df" providerId="ADAL" clId="{B21CF5B5-FB1A-4379-A71A-92BC1F380EE6}" dt="2025-05-25T16:23:23.255" v="860" actId="26606"/>
          <ac:spMkLst>
            <pc:docMk/>
            <pc:sldMk cId="2636375841" sldId="269"/>
            <ac:spMk id="19463" creationId="{1904B055-668E-876B-88D5-BF2211C5593E}"/>
          </ac:spMkLst>
        </pc:spChg>
        <pc:picChg chg="del">
          <ac:chgData name="OOI HONG LUE IVAN" userId="72bacae2-7144-492d-abea-cc5791aaa9df" providerId="ADAL" clId="{B21CF5B5-FB1A-4379-A71A-92BC1F380EE6}" dt="2025-05-25T16:22:23.044" v="854" actId="478"/>
          <ac:picMkLst>
            <pc:docMk/>
            <pc:sldMk cId="2636375841" sldId="269"/>
            <ac:picMk id="4" creationId="{8FA7C213-761A-AEA3-B7D4-9E5B4BA43311}"/>
          </ac:picMkLst>
        </pc:picChg>
        <pc:picChg chg="add mod">
          <ac:chgData name="OOI HONG LUE IVAN" userId="72bacae2-7144-492d-abea-cc5791aaa9df" providerId="ADAL" clId="{B21CF5B5-FB1A-4379-A71A-92BC1F380EE6}" dt="2025-05-25T16:23:42.172" v="877" actId="1076"/>
          <ac:picMkLst>
            <pc:docMk/>
            <pc:sldMk cId="2636375841" sldId="269"/>
            <ac:picMk id="5" creationId="{6E1A7DF1-56C9-4618-EF48-673AF6D9478E}"/>
          </ac:picMkLst>
        </pc:picChg>
        <pc:picChg chg="add mod">
          <ac:chgData name="OOI HONG LUE IVAN" userId="72bacae2-7144-492d-abea-cc5791aaa9df" providerId="ADAL" clId="{B21CF5B5-FB1A-4379-A71A-92BC1F380EE6}" dt="2025-05-25T16:23:40.378" v="874" actId="1076"/>
          <ac:picMkLst>
            <pc:docMk/>
            <pc:sldMk cId="2636375841" sldId="269"/>
            <ac:picMk id="7" creationId="{EE4CD6DC-DD61-6CCD-D50E-C66F90E3DA6C}"/>
          </ac:picMkLst>
        </pc:picChg>
        <pc:picChg chg="del">
          <ac:chgData name="OOI HONG LUE IVAN" userId="72bacae2-7144-492d-abea-cc5791aaa9df" providerId="ADAL" clId="{B21CF5B5-FB1A-4379-A71A-92BC1F380EE6}" dt="2025-05-25T16:22:19.331" v="852" actId="478"/>
          <ac:picMkLst>
            <pc:docMk/>
            <pc:sldMk cId="2636375841" sldId="269"/>
            <ac:picMk id="17410" creationId="{76D8B495-9B38-724D-93BA-DF784BF24931}"/>
          </ac:picMkLst>
        </pc:picChg>
        <pc:picChg chg="add mod ord">
          <ac:chgData name="OOI HONG LUE IVAN" userId="72bacae2-7144-492d-abea-cc5791aaa9df" providerId="ADAL" clId="{B21CF5B5-FB1A-4379-A71A-92BC1F380EE6}" dt="2025-05-25T16:23:37.035" v="870" actId="1076"/>
          <ac:picMkLst>
            <pc:docMk/>
            <pc:sldMk cId="2636375841" sldId="269"/>
            <ac:picMk id="19458" creationId="{D2857F0E-A8C8-0E4F-A9A6-8F6685F2D2A6}"/>
          </ac:picMkLst>
        </pc:picChg>
      </pc:sldChg>
      <pc:sldChg chg="del">
        <pc:chgData name="OOI HONG LUE IVAN" userId="72bacae2-7144-492d-abea-cc5791aaa9df" providerId="ADAL" clId="{B21CF5B5-FB1A-4379-A71A-92BC1F380EE6}" dt="2025-05-25T15:53:17.439" v="44" actId="47"/>
        <pc:sldMkLst>
          <pc:docMk/>
          <pc:sldMk cId="3359467611" sldId="269"/>
        </pc:sldMkLst>
      </pc:sldChg>
      <pc:sldChg chg="add del">
        <pc:chgData name="OOI HONG LUE IVAN" userId="72bacae2-7144-492d-abea-cc5791aaa9df" providerId="ADAL" clId="{B21CF5B5-FB1A-4379-A71A-92BC1F380EE6}" dt="2025-05-25T16:18:46.660" v="740" actId="47"/>
        <pc:sldMkLst>
          <pc:docMk/>
          <pc:sldMk cId="3848296237" sldId="269"/>
        </pc:sldMkLst>
      </pc:sldChg>
      <pc:sldChg chg="del">
        <pc:chgData name="OOI HONG LUE IVAN" userId="72bacae2-7144-492d-abea-cc5791aaa9df" providerId="ADAL" clId="{B21CF5B5-FB1A-4379-A71A-92BC1F380EE6}" dt="2025-05-25T15:53:16.855" v="43" actId="47"/>
        <pc:sldMkLst>
          <pc:docMk/>
          <pc:sldMk cId="1750029401" sldId="270"/>
        </pc:sldMkLst>
      </pc:sldChg>
      <pc:sldChg chg="addSp delSp modSp add mod">
        <pc:chgData name="OOI HONG LUE IVAN" userId="72bacae2-7144-492d-abea-cc5791aaa9df" providerId="ADAL" clId="{B21CF5B5-FB1A-4379-A71A-92BC1F380EE6}" dt="2025-05-25T18:38:02.764" v="1258" actId="20577"/>
        <pc:sldMkLst>
          <pc:docMk/>
          <pc:sldMk cId="2551961656" sldId="270"/>
        </pc:sldMkLst>
        <pc:spChg chg="mod">
          <ac:chgData name="OOI HONG LUE IVAN" userId="72bacae2-7144-492d-abea-cc5791aaa9df" providerId="ADAL" clId="{B21CF5B5-FB1A-4379-A71A-92BC1F380EE6}" dt="2025-05-25T16:25:21.540" v="975" actId="20577"/>
          <ac:spMkLst>
            <pc:docMk/>
            <pc:sldMk cId="2551961656" sldId="270"/>
            <ac:spMk id="2" creationId="{5F89FB0A-B5D9-9F20-B4DB-D8463BF2CD66}"/>
          </ac:spMkLst>
        </pc:spChg>
        <pc:spChg chg="mod">
          <ac:chgData name="OOI HONG LUE IVAN" userId="72bacae2-7144-492d-abea-cc5791aaa9df" providerId="ADAL" clId="{B21CF5B5-FB1A-4379-A71A-92BC1F380EE6}" dt="2025-05-25T18:38:02.764" v="1258" actId="20577"/>
          <ac:spMkLst>
            <pc:docMk/>
            <pc:sldMk cId="2551961656" sldId="270"/>
            <ac:spMk id="15366" creationId="{ABB378E1-B7D2-F60C-D1BC-4820C2FB7613}"/>
          </ac:spMkLst>
        </pc:spChg>
        <pc:spChg chg="del">
          <ac:chgData name="OOI HONG LUE IVAN" userId="72bacae2-7144-492d-abea-cc5791aaa9df" providerId="ADAL" clId="{B21CF5B5-FB1A-4379-A71A-92BC1F380EE6}" dt="2025-05-25T16:26:48.842" v="985" actId="26606"/>
          <ac:spMkLst>
            <pc:docMk/>
            <pc:sldMk cId="2551961656" sldId="270"/>
            <ac:spMk id="19463" creationId="{4E1C37D2-1DFF-FD7D-2E48-0725E96BAA20}"/>
          </ac:spMkLst>
        </pc:spChg>
        <pc:spChg chg="add">
          <ac:chgData name="OOI HONG LUE IVAN" userId="72bacae2-7144-492d-abea-cc5791aaa9df" providerId="ADAL" clId="{B21CF5B5-FB1A-4379-A71A-92BC1F380EE6}" dt="2025-05-25T16:26:48.842" v="985" actId="26606"/>
          <ac:spMkLst>
            <pc:docMk/>
            <pc:sldMk cId="2551961656" sldId="270"/>
            <ac:spMk id="20487" creationId="{1904B055-668E-876B-88D5-BF2211C5593E}"/>
          </ac:spMkLst>
        </pc:spChg>
        <pc:picChg chg="add del mod">
          <ac:chgData name="OOI HONG LUE IVAN" userId="72bacae2-7144-492d-abea-cc5791aaa9df" providerId="ADAL" clId="{B21CF5B5-FB1A-4379-A71A-92BC1F380EE6}" dt="2025-05-25T16:27:12.464" v="1002" actId="478"/>
          <ac:picMkLst>
            <pc:docMk/>
            <pc:sldMk cId="2551961656" sldId="270"/>
            <ac:picMk id="4" creationId="{94325D32-38E3-EBCD-7DB6-BBE64A0B990D}"/>
          </ac:picMkLst>
        </pc:picChg>
        <pc:picChg chg="del">
          <ac:chgData name="OOI HONG LUE IVAN" userId="72bacae2-7144-492d-abea-cc5791aaa9df" providerId="ADAL" clId="{B21CF5B5-FB1A-4379-A71A-92BC1F380EE6}" dt="2025-05-25T16:25:35.840" v="978" actId="478"/>
          <ac:picMkLst>
            <pc:docMk/>
            <pc:sldMk cId="2551961656" sldId="270"/>
            <ac:picMk id="5" creationId="{27BA3BA6-6A01-682D-0828-D5F64F2087A2}"/>
          </ac:picMkLst>
        </pc:picChg>
        <pc:picChg chg="del">
          <ac:chgData name="OOI HONG LUE IVAN" userId="72bacae2-7144-492d-abea-cc5791aaa9df" providerId="ADAL" clId="{B21CF5B5-FB1A-4379-A71A-92BC1F380EE6}" dt="2025-05-25T16:25:35.270" v="977" actId="478"/>
          <ac:picMkLst>
            <pc:docMk/>
            <pc:sldMk cId="2551961656" sldId="270"/>
            <ac:picMk id="7" creationId="{977CF992-8502-84E9-307A-279874FD23D7}"/>
          </ac:picMkLst>
        </pc:picChg>
        <pc:picChg chg="add mod">
          <ac:chgData name="OOI HONG LUE IVAN" userId="72bacae2-7144-492d-abea-cc5791aaa9df" providerId="ADAL" clId="{B21CF5B5-FB1A-4379-A71A-92BC1F380EE6}" dt="2025-05-25T16:27:06.367" v="1001" actId="14100"/>
          <ac:picMkLst>
            <pc:docMk/>
            <pc:sldMk cId="2551961656" sldId="270"/>
            <ac:picMk id="8" creationId="{EAA44879-C0CD-133E-CC8C-FC97E022376F}"/>
          </ac:picMkLst>
        </pc:picChg>
        <pc:picChg chg="add mod">
          <ac:chgData name="OOI HONG LUE IVAN" userId="72bacae2-7144-492d-abea-cc5791aaa9df" providerId="ADAL" clId="{B21CF5B5-FB1A-4379-A71A-92BC1F380EE6}" dt="2025-05-25T16:27:46.105" v="1009" actId="1076"/>
          <ac:picMkLst>
            <pc:docMk/>
            <pc:sldMk cId="2551961656" sldId="270"/>
            <ac:picMk id="10" creationId="{AAEA976F-18C0-C2E4-B4A3-7D96289524DA}"/>
          </ac:picMkLst>
        </pc:picChg>
        <pc:picChg chg="del">
          <ac:chgData name="OOI HONG LUE IVAN" userId="72bacae2-7144-492d-abea-cc5791aaa9df" providerId="ADAL" clId="{B21CF5B5-FB1A-4379-A71A-92BC1F380EE6}" dt="2025-05-25T16:25:34.706" v="976" actId="478"/>
          <ac:picMkLst>
            <pc:docMk/>
            <pc:sldMk cId="2551961656" sldId="270"/>
            <ac:picMk id="19458" creationId="{461DB57F-5E0A-EC8C-70D6-9298D10C08DF}"/>
          </ac:picMkLst>
        </pc:picChg>
        <pc:picChg chg="add mod ord">
          <ac:chgData name="OOI HONG LUE IVAN" userId="72bacae2-7144-492d-abea-cc5791aaa9df" providerId="ADAL" clId="{B21CF5B5-FB1A-4379-A71A-92BC1F380EE6}" dt="2025-05-25T16:26:55.666" v="992" actId="1076"/>
          <ac:picMkLst>
            <pc:docMk/>
            <pc:sldMk cId="2551961656" sldId="270"/>
            <ac:picMk id="20482" creationId="{3BCD7946-5742-8ECB-1FA8-33D220023151}"/>
          </ac:picMkLst>
        </pc:picChg>
      </pc:sldChg>
      <pc:sldChg chg="new del">
        <pc:chgData name="OOI HONG LUE IVAN" userId="72bacae2-7144-492d-abea-cc5791aaa9df" providerId="ADAL" clId="{B21CF5B5-FB1A-4379-A71A-92BC1F380EE6}" dt="2025-05-25T18:31:50.544" v="1030" actId="47"/>
        <pc:sldMkLst>
          <pc:docMk/>
          <pc:sldMk cId="1291211681" sldId="271"/>
        </pc:sldMkLst>
      </pc:sldChg>
      <pc:sldChg chg="del">
        <pc:chgData name="OOI HONG LUE IVAN" userId="72bacae2-7144-492d-abea-cc5791aaa9df" providerId="ADAL" clId="{B21CF5B5-FB1A-4379-A71A-92BC1F380EE6}" dt="2025-05-25T15:53:15.230" v="41" actId="47"/>
        <pc:sldMkLst>
          <pc:docMk/>
          <pc:sldMk cId="2097999492" sldId="271"/>
        </pc:sldMkLst>
      </pc:sldChg>
      <pc:sldChg chg="del">
        <pc:chgData name="OOI HONG LUE IVAN" userId="72bacae2-7144-492d-abea-cc5791aaa9df" providerId="ADAL" clId="{B21CF5B5-FB1A-4379-A71A-92BC1F380EE6}" dt="2025-05-25T15:53:16.100" v="42" actId="47"/>
        <pc:sldMkLst>
          <pc:docMk/>
          <pc:sldMk cId="1556614411" sldId="272"/>
        </pc:sldMkLst>
      </pc:sldChg>
      <pc:sldChg chg="addSp delSp modSp add mod ord">
        <pc:chgData name="OOI HONG LUE IVAN" userId="72bacae2-7144-492d-abea-cc5791aaa9df" providerId="ADAL" clId="{B21CF5B5-FB1A-4379-A71A-92BC1F380EE6}" dt="2025-05-25T18:33:48.183" v="1112" actId="20577"/>
        <pc:sldMkLst>
          <pc:docMk/>
          <pc:sldMk cId="3739040570" sldId="272"/>
        </pc:sldMkLst>
        <pc:spChg chg="mod">
          <ac:chgData name="OOI HONG LUE IVAN" userId="72bacae2-7144-492d-abea-cc5791aaa9df" providerId="ADAL" clId="{B21CF5B5-FB1A-4379-A71A-92BC1F380EE6}" dt="2025-05-25T18:32:36.720" v="1042" actId="26606"/>
          <ac:spMkLst>
            <pc:docMk/>
            <pc:sldMk cId="3739040570" sldId="272"/>
            <ac:spMk id="2" creationId="{97C8C718-8B5B-AE8E-F9B6-E8036891A3FF}"/>
          </ac:spMkLst>
        </pc:spChg>
        <pc:spChg chg="mod">
          <ac:chgData name="OOI HONG LUE IVAN" userId="72bacae2-7144-492d-abea-cc5791aaa9df" providerId="ADAL" clId="{B21CF5B5-FB1A-4379-A71A-92BC1F380EE6}" dt="2025-05-25T18:33:48.183" v="1112" actId="20577"/>
          <ac:spMkLst>
            <pc:docMk/>
            <pc:sldMk cId="3739040570" sldId="272"/>
            <ac:spMk id="15366" creationId="{0136B7B8-2868-32A2-9251-D5F49BFC0978}"/>
          </ac:spMkLst>
        </pc:spChg>
        <pc:spChg chg="del">
          <ac:chgData name="OOI HONG LUE IVAN" userId="72bacae2-7144-492d-abea-cc5791aaa9df" providerId="ADAL" clId="{B21CF5B5-FB1A-4379-A71A-92BC1F380EE6}" dt="2025-05-25T18:32:36.720" v="1042" actId="26606"/>
          <ac:spMkLst>
            <pc:docMk/>
            <pc:sldMk cId="3739040570" sldId="272"/>
            <ac:spMk id="17415" creationId="{8032BF49-6376-C98D-0C4C-B01CF4A63001}"/>
          </ac:spMkLst>
        </pc:spChg>
        <pc:spChg chg="add">
          <ac:chgData name="OOI HONG LUE IVAN" userId="72bacae2-7144-492d-abea-cc5791aaa9df" providerId="ADAL" clId="{B21CF5B5-FB1A-4379-A71A-92BC1F380EE6}" dt="2025-05-25T18:32:36.720" v="1042" actId="26606"/>
          <ac:spMkLst>
            <pc:docMk/>
            <pc:sldMk cId="3739040570" sldId="272"/>
            <ac:spMk id="21511" creationId="{A5A14613-C96C-F5FD-0593-24D7C0DA4997}"/>
          </ac:spMkLst>
        </pc:spChg>
        <pc:picChg chg="del">
          <ac:chgData name="OOI HONG LUE IVAN" userId="72bacae2-7144-492d-abea-cc5791aaa9df" providerId="ADAL" clId="{B21CF5B5-FB1A-4379-A71A-92BC1F380EE6}" dt="2025-05-25T18:32:28.594" v="1038" actId="478"/>
          <ac:picMkLst>
            <pc:docMk/>
            <pc:sldMk cId="3739040570" sldId="272"/>
            <ac:picMk id="4" creationId="{7209D627-39F6-BAD1-E79A-63EC2876AA18}"/>
          </ac:picMkLst>
        </pc:picChg>
        <pc:picChg chg="add mod">
          <ac:chgData name="OOI HONG LUE IVAN" userId="72bacae2-7144-492d-abea-cc5791aaa9df" providerId="ADAL" clId="{B21CF5B5-FB1A-4379-A71A-92BC1F380EE6}" dt="2025-05-25T18:32:36.720" v="1042" actId="26606"/>
          <ac:picMkLst>
            <pc:docMk/>
            <pc:sldMk cId="3739040570" sldId="272"/>
            <ac:picMk id="5" creationId="{95E3CE89-A755-4E6C-70F8-8A2AB0A89706}"/>
          </ac:picMkLst>
        </pc:picChg>
        <pc:picChg chg="del">
          <ac:chgData name="OOI HONG LUE IVAN" userId="72bacae2-7144-492d-abea-cc5791aaa9df" providerId="ADAL" clId="{B21CF5B5-FB1A-4379-A71A-92BC1F380EE6}" dt="2025-05-25T18:31:59.795" v="1036" actId="478"/>
          <ac:picMkLst>
            <pc:docMk/>
            <pc:sldMk cId="3739040570" sldId="272"/>
            <ac:picMk id="17410" creationId="{D4DBFD0F-218F-ED66-918A-05918DA239AA}"/>
          </ac:picMkLst>
        </pc:picChg>
        <pc:picChg chg="add mod">
          <ac:chgData name="OOI HONG LUE IVAN" userId="72bacae2-7144-492d-abea-cc5791aaa9df" providerId="ADAL" clId="{B21CF5B5-FB1A-4379-A71A-92BC1F380EE6}" dt="2025-05-25T18:32:36.720" v="1042" actId="26606"/>
          <ac:picMkLst>
            <pc:docMk/>
            <pc:sldMk cId="3739040570" sldId="272"/>
            <ac:picMk id="21506" creationId="{965D25A2-DCE9-3B53-84F7-8D91914E15B4}"/>
          </ac:picMkLst>
        </pc:picChg>
      </pc:sldChg>
      <pc:sldChg chg="del">
        <pc:chgData name="OOI HONG LUE IVAN" userId="72bacae2-7144-492d-abea-cc5791aaa9df" providerId="ADAL" clId="{B21CF5B5-FB1A-4379-A71A-92BC1F380EE6}" dt="2025-05-25T15:53:11.358" v="37" actId="47"/>
        <pc:sldMkLst>
          <pc:docMk/>
          <pc:sldMk cId="95249348" sldId="273"/>
        </pc:sldMkLst>
      </pc:sldChg>
      <pc:sldChg chg="addSp delSp modSp add mod">
        <pc:chgData name="OOI HONG LUE IVAN" userId="72bacae2-7144-492d-abea-cc5791aaa9df" providerId="ADAL" clId="{B21CF5B5-FB1A-4379-A71A-92BC1F380EE6}" dt="2025-05-25T18:42:29.501" v="1346" actId="20577"/>
        <pc:sldMkLst>
          <pc:docMk/>
          <pc:sldMk cId="183505739" sldId="273"/>
        </pc:sldMkLst>
        <pc:spChg chg="mod">
          <ac:chgData name="OOI HONG LUE IVAN" userId="72bacae2-7144-492d-abea-cc5791aaa9df" providerId="ADAL" clId="{B21CF5B5-FB1A-4379-A71A-92BC1F380EE6}" dt="2025-05-25T18:41:21.470" v="1334" actId="26606"/>
          <ac:spMkLst>
            <pc:docMk/>
            <pc:sldMk cId="183505739" sldId="273"/>
            <ac:spMk id="2" creationId="{AA739CF9-B38E-A992-97F0-772B2D5A8843}"/>
          </ac:spMkLst>
        </pc:spChg>
        <pc:spChg chg="mod">
          <ac:chgData name="OOI HONG LUE IVAN" userId="72bacae2-7144-492d-abea-cc5791aaa9df" providerId="ADAL" clId="{B21CF5B5-FB1A-4379-A71A-92BC1F380EE6}" dt="2025-05-25T18:42:29.501" v="1346" actId="20577"/>
          <ac:spMkLst>
            <pc:docMk/>
            <pc:sldMk cId="183505739" sldId="273"/>
            <ac:spMk id="9" creationId="{F0777436-1688-BD8A-5984-6648281A3609}"/>
          </ac:spMkLst>
        </pc:spChg>
        <pc:spChg chg="del">
          <ac:chgData name="OOI HONG LUE IVAN" userId="72bacae2-7144-492d-abea-cc5791aaa9df" providerId="ADAL" clId="{B21CF5B5-FB1A-4379-A71A-92BC1F380EE6}" dt="2025-05-25T18:40:14.227" v="1319" actId="26606"/>
          <ac:spMkLst>
            <pc:docMk/>
            <pc:sldMk cId="183505739" sldId="273"/>
            <ac:spMk id="12" creationId="{BED9EA4D-139C-1516-C926-9FA2E11C019A}"/>
          </ac:spMkLst>
        </pc:spChg>
        <pc:spChg chg="add del">
          <ac:chgData name="OOI HONG LUE IVAN" userId="72bacae2-7144-492d-abea-cc5791aaa9df" providerId="ADAL" clId="{B21CF5B5-FB1A-4379-A71A-92BC1F380EE6}" dt="2025-05-25T18:41:21.470" v="1334" actId="26606"/>
          <ac:spMkLst>
            <pc:docMk/>
            <pc:sldMk cId="183505739" sldId="273"/>
            <ac:spMk id="17" creationId="{A5A14613-C96C-F5FD-0593-24D7C0DA4997}"/>
          </ac:spMkLst>
        </pc:spChg>
        <pc:spChg chg="add del">
          <ac:chgData name="OOI HONG LUE IVAN" userId="72bacae2-7144-492d-abea-cc5791aaa9df" providerId="ADAL" clId="{B21CF5B5-FB1A-4379-A71A-92BC1F380EE6}" dt="2025-05-25T18:41:21.468" v="1333" actId="26606"/>
          <ac:spMkLst>
            <pc:docMk/>
            <pc:sldMk cId="183505739" sldId="273"/>
            <ac:spMk id="22" creationId="{A5A14613-C96C-F5FD-0593-24D7C0DA4997}"/>
          </ac:spMkLst>
        </pc:spChg>
        <pc:spChg chg="add">
          <ac:chgData name="OOI HONG LUE IVAN" userId="72bacae2-7144-492d-abea-cc5791aaa9df" providerId="ADAL" clId="{B21CF5B5-FB1A-4379-A71A-92BC1F380EE6}" dt="2025-05-25T18:41:21.470" v="1334" actId="26606"/>
          <ac:spMkLst>
            <pc:docMk/>
            <pc:sldMk cId="183505739" sldId="273"/>
            <ac:spMk id="24" creationId="{F6E37E9F-0D7B-3A32-831F-F60BBD6B9BBF}"/>
          </ac:spMkLst>
        </pc:spChg>
        <pc:picChg chg="add del mod ord">
          <ac:chgData name="OOI HONG LUE IVAN" userId="72bacae2-7144-492d-abea-cc5791aaa9df" providerId="ADAL" clId="{B21CF5B5-FB1A-4379-A71A-92BC1F380EE6}" dt="2025-05-25T18:41:08.731" v="1326" actId="478"/>
          <ac:picMkLst>
            <pc:docMk/>
            <pc:sldMk cId="183505739" sldId="273"/>
            <ac:picMk id="4" creationId="{62CE401C-28C3-7CFE-0FF2-2D866B98DA11}"/>
          </ac:picMkLst>
        </pc:picChg>
        <pc:picChg chg="del">
          <ac:chgData name="OOI HONG LUE IVAN" userId="72bacae2-7144-492d-abea-cc5791aaa9df" providerId="ADAL" clId="{B21CF5B5-FB1A-4379-A71A-92BC1F380EE6}" dt="2025-05-25T18:40:05.588" v="1313" actId="478"/>
          <ac:picMkLst>
            <pc:docMk/>
            <pc:sldMk cId="183505739" sldId="273"/>
            <ac:picMk id="5" creationId="{5BD5438D-F693-71C6-FF6D-C55C52F5ECF4}"/>
          </ac:picMkLst>
        </pc:picChg>
        <pc:picChg chg="add del mod">
          <ac:chgData name="OOI HONG LUE IVAN" userId="72bacae2-7144-492d-abea-cc5791aaa9df" providerId="ADAL" clId="{B21CF5B5-FB1A-4379-A71A-92BC1F380EE6}" dt="2025-05-25T18:41:07.939" v="1325" actId="478"/>
          <ac:picMkLst>
            <pc:docMk/>
            <pc:sldMk cId="183505739" sldId="273"/>
            <ac:picMk id="7" creationId="{CAA78E48-E6CA-85CD-4928-8BBF24584CF9}"/>
          </ac:picMkLst>
        </pc:picChg>
        <pc:picChg chg="add mod ord">
          <ac:chgData name="OOI HONG LUE IVAN" userId="72bacae2-7144-492d-abea-cc5791aaa9df" providerId="ADAL" clId="{B21CF5B5-FB1A-4379-A71A-92BC1F380EE6}" dt="2025-05-25T18:41:21.470" v="1334" actId="26606"/>
          <ac:picMkLst>
            <pc:docMk/>
            <pc:sldMk cId="183505739" sldId="273"/>
            <ac:picMk id="10" creationId="{C093CA94-88D7-731E-D9EF-0E206A5DE545}"/>
          </ac:picMkLst>
        </pc:picChg>
        <pc:picChg chg="add mod">
          <ac:chgData name="OOI HONG LUE IVAN" userId="72bacae2-7144-492d-abea-cc5791aaa9df" providerId="ADAL" clId="{B21CF5B5-FB1A-4379-A71A-92BC1F380EE6}" dt="2025-05-25T18:41:21.470" v="1334" actId="26606"/>
          <ac:picMkLst>
            <pc:docMk/>
            <pc:sldMk cId="183505739" sldId="273"/>
            <ac:picMk id="13" creationId="{C06BC3C3-9F0F-1970-9752-3EA4292ED20E}"/>
          </ac:picMkLst>
        </pc:picChg>
      </pc:sldChg>
      <pc:sldChg chg="modSp new mod">
        <pc:chgData name="OOI HONG LUE IVAN" userId="72bacae2-7144-492d-abea-cc5791aaa9df" providerId="ADAL" clId="{B21CF5B5-FB1A-4379-A71A-92BC1F380EE6}" dt="2025-05-25T18:46:43.694" v="1416" actId="20577"/>
        <pc:sldMkLst>
          <pc:docMk/>
          <pc:sldMk cId="279128338" sldId="274"/>
        </pc:sldMkLst>
        <pc:spChg chg="mod">
          <ac:chgData name="OOI HONG LUE IVAN" userId="72bacae2-7144-492d-abea-cc5791aaa9df" providerId="ADAL" clId="{B21CF5B5-FB1A-4379-A71A-92BC1F380EE6}" dt="2025-05-25T18:42:56.039" v="1364" actId="20577"/>
          <ac:spMkLst>
            <pc:docMk/>
            <pc:sldMk cId="279128338" sldId="274"/>
            <ac:spMk id="2" creationId="{79AF5C46-949A-61AD-2B7C-6482EF35AE1D}"/>
          </ac:spMkLst>
        </pc:spChg>
        <pc:spChg chg="mod">
          <ac:chgData name="OOI HONG LUE IVAN" userId="72bacae2-7144-492d-abea-cc5791aaa9df" providerId="ADAL" clId="{B21CF5B5-FB1A-4379-A71A-92BC1F380EE6}" dt="2025-05-25T18:46:43.694" v="1416" actId="20577"/>
          <ac:spMkLst>
            <pc:docMk/>
            <pc:sldMk cId="279128338" sldId="274"/>
            <ac:spMk id="3" creationId="{ECC3F3FA-CF0B-62CA-65FD-BFF94E2E3ED9}"/>
          </ac:spMkLst>
        </pc:spChg>
      </pc:sldChg>
      <pc:sldChg chg="del">
        <pc:chgData name="OOI HONG LUE IVAN" userId="72bacae2-7144-492d-abea-cc5791aaa9df" providerId="ADAL" clId="{B21CF5B5-FB1A-4379-A71A-92BC1F380EE6}" dt="2025-05-25T15:53:13.993" v="40" actId="47"/>
        <pc:sldMkLst>
          <pc:docMk/>
          <pc:sldMk cId="613910919" sldId="274"/>
        </pc:sldMkLst>
      </pc:sldChg>
      <pc:sldChg chg="new del">
        <pc:chgData name="OOI HONG LUE IVAN" userId="72bacae2-7144-492d-abea-cc5791aaa9df" providerId="ADAL" clId="{B21CF5B5-FB1A-4379-A71A-92BC1F380EE6}" dt="2025-05-25T18:40:52.357" v="1324" actId="2696"/>
        <pc:sldMkLst>
          <pc:docMk/>
          <pc:sldMk cId="2978226081" sldId="274"/>
        </pc:sldMkLst>
      </pc:sldChg>
      <pc:sldChg chg="add del">
        <pc:chgData name="OOI HONG LUE IVAN" userId="72bacae2-7144-492d-abea-cc5791aaa9df" providerId="ADAL" clId="{B21CF5B5-FB1A-4379-A71A-92BC1F380EE6}" dt="2025-05-25T18:40:49.806" v="1323" actId="2696"/>
        <pc:sldMkLst>
          <pc:docMk/>
          <pc:sldMk cId="993213213" sldId="275"/>
        </pc:sldMkLst>
      </pc:sldChg>
      <pc:sldChg chg="del">
        <pc:chgData name="OOI HONG LUE IVAN" userId="72bacae2-7144-492d-abea-cc5791aaa9df" providerId="ADAL" clId="{B21CF5B5-FB1A-4379-A71A-92BC1F380EE6}" dt="2025-05-25T15:53:11.939" v="38" actId="47"/>
        <pc:sldMkLst>
          <pc:docMk/>
          <pc:sldMk cId="2664132174" sldId="275"/>
        </pc:sldMkLst>
      </pc:sldChg>
      <pc:sldChg chg="del">
        <pc:chgData name="OOI HONG LUE IVAN" userId="72bacae2-7144-492d-abea-cc5791aaa9df" providerId="ADAL" clId="{B21CF5B5-FB1A-4379-A71A-92BC1F380EE6}" dt="2025-05-25T15:53:12.638" v="39" actId="47"/>
        <pc:sldMkLst>
          <pc:docMk/>
          <pc:sldMk cId="2449357315" sldId="276"/>
        </pc:sldMkLst>
      </pc:sldChg>
      <pc:sldChg chg="del">
        <pc:chgData name="OOI HONG LUE IVAN" userId="72bacae2-7144-492d-abea-cc5791aaa9df" providerId="ADAL" clId="{B21CF5B5-FB1A-4379-A71A-92BC1F380EE6}" dt="2025-05-25T15:53:10.497" v="36" actId="47"/>
        <pc:sldMkLst>
          <pc:docMk/>
          <pc:sldMk cId="793276632" sldId="27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3075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219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5/25/2025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199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9737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5/25/2025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20509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5/25/2025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8267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5/25/2025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09269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5/25/2025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89013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5/25/2025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967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5/25/2025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24169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5/25/2025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4643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91446140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riangular abstract background">
            <a:extLst>
              <a:ext uri="{FF2B5EF4-FFF2-40B4-BE49-F238E27FC236}">
                <a16:creationId xmlns:a16="http://schemas.microsoft.com/office/drawing/2014/main" id="{AED7DC24-F8D6-35AF-9D62-09E38F164280}"/>
              </a:ext>
            </a:extLst>
          </p:cNvPr>
          <p:cNvPicPr>
            <a:picLocks noChangeAspect="1"/>
          </p:cNvPicPr>
          <p:nvPr/>
        </p:nvPicPr>
        <p:blipFill>
          <a:blip r:embed="rId2">
            <a:alphaModFix amt="60000"/>
          </a:blip>
          <a:srcRect t="1573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A5EC0892-6AD4-5EB5-542E-C5CD2848879F}"/>
              </a:ext>
            </a:extLst>
          </p:cNvPr>
          <p:cNvSpPr>
            <a:spLocks noGrp="1"/>
          </p:cNvSpPr>
          <p:nvPr>
            <p:ph type="ctrTitle"/>
          </p:nvPr>
        </p:nvSpPr>
        <p:spPr>
          <a:xfrm>
            <a:off x="2301923" y="1482602"/>
            <a:ext cx="7588155" cy="2236264"/>
          </a:xfrm>
        </p:spPr>
        <p:txBody>
          <a:bodyPr>
            <a:normAutofit/>
          </a:bodyPr>
          <a:lstStyle/>
          <a:p>
            <a:r>
              <a:rPr lang="en-SG" sz="5400" dirty="0">
                <a:solidFill>
                  <a:srgbClr val="FFFFFF"/>
                </a:solidFill>
              </a:rPr>
              <a:t>DELE CA1</a:t>
            </a:r>
          </a:p>
        </p:txBody>
      </p:sp>
      <p:sp>
        <p:nvSpPr>
          <p:cNvPr id="3" name="Subtitle 2">
            <a:extLst>
              <a:ext uri="{FF2B5EF4-FFF2-40B4-BE49-F238E27FC236}">
                <a16:creationId xmlns:a16="http://schemas.microsoft.com/office/drawing/2014/main" id="{06941A8E-F2B3-3C50-674B-4AFEED514759}"/>
              </a:ext>
            </a:extLst>
          </p:cNvPr>
          <p:cNvSpPr>
            <a:spLocks noGrp="1"/>
          </p:cNvSpPr>
          <p:nvPr>
            <p:ph type="subTitle" idx="1"/>
          </p:nvPr>
        </p:nvSpPr>
        <p:spPr>
          <a:xfrm>
            <a:off x="2301923" y="3793937"/>
            <a:ext cx="7588155" cy="1414091"/>
          </a:xfrm>
        </p:spPr>
        <p:txBody>
          <a:bodyPr>
            <a:normAutofit/>
          </a:bodyPr>
          <a:lstStyle/>
          <a:p>
            <a:r>
              <a:rPr lang="en-SG" sz="2400" dirty="0"/>
              <a:t>PART A: CONVOLUTIONAL NEURAL NETWORK</a:t>
            </a:r>
          </a:p>
          <a:p>
            <a:r>
              <a:rPr lang="en-SG" sz="2400" dirty="0">
                <a:solidFill>
                  <a:srgbClr val="FFFFFF"/>
                </a:solidFill>
              </a:rPr>
              <a:t>Vegetable Image Classifier</a:t>
            </a:r>
            <a:endParaRPr lang="en-SG" sz="2200" dirty="0">
              <a:solidFill>
                <a:srgbClr val="FFFFFF"/>
              </a:solidFill>
            </a:endParaRPr>
          </a:p>
        </p:txBody>
      </p:sp>
    </p:spTree>
    <p:extLst>
      <p:ext uri="{BB962C8B-B14F-4D97-AF65-F5344CB8AC3E}">
        <p14:creationId xmlns:p14="http://schemas.microsoft.com/office/powerpoint/2010/main" val="13773517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4">
            <a:extLst>
              <a:ext uri="{FF2B5EF4-FFF2-40B4-BE49-F238E27FC236}">
                <a16:creationId xmlns:a16="http://schemas.microsoft.com/office/drawing/2014/main" id="{38ECB335-5FC8-6420-CF56-EDEFA115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092AE5-87E3-A67D-A24F-1DB127B710E6}"/>
              </a:ext>
            </a:extLst>
          </p:cNvPr>
          <p:cNvSpPr>
            <a:spLocks noGrp="1"/>
          </p:cNvSpPr>
          <p:nvPr>
            <p:ph type="title"/>
          </p:nvPr>
        </p:nvSpPr>
        <p:spPr>
          <a:xfrm>
            <a:off x="444361" y="643467"/>
            <a:ext cx="11402404" cy="1363133"/>
          </a:xfrm>
        </p:spPr>
        <p:txBody>
          <a:bodyPr vert="horz" lIns="91440" tIns="45720" rIns="91440" bIns="45720" rtlCol="0" anchor="b">
            <a:normAutofit/>
          </a:bodyPr>
          <a:lstStyle/>
          <a:p>
            <a:pPr algn="ctr"/>
            <a:r>
              <a:rPr lang="en-US" sz="5600"/>
              <a:t>Loading Data</a:t>
            </a:r>
          </a:p>
        </p:txBody>
      </p:sp>
      <p:pic>
        <p:nvPicPr>
          <p:cNvPr id="1028" name="Picture 4">
            <a:extLst>
              <a:ext uri="{FF2B5EF4-FFF2-40B4-BE49-F238E27FC236}">
                <a16:creationId xmlns:a16="http://schemas.microsoft.com/office/drawing/2014/main" id="{7DE7A60A-8E68-7199-8CF0-78414D2058F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85541" y="2283278"/>
            <a:ext cx="2707275" cy="27695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4B1F190-AD49-FD77-7282-E19DCBB1ADD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91925" y="2283278"/>
            <a:ext cx="2707275" cy="27695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8C3EF090-D10E-CC66-3BA3-4326A9FDE0D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198309" y="2283278"/>
            <a:ext cx="2721123" cy="2769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716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B3A30C-EA4F-9403-4A40-DEC2B6F2D81C}"/>
              </a:ext>
            </a:extLst>
          </p:cNvPr>
          <p:cNvSpPr>
            <a:spLocks noGrp="1"/>
          </p:cNvSpPr>
          <p:nvPr>
            <p:ph type="title"/>
          </p:nvPr>
        </p:nvSpPr>
        <p:spPr>
          <a:xfrm>
            <a:off x="614678" y="548640"/>
            <a:ext cx="10872216" cy="1133856"/>
          </a:xfrm>
        </p:spPr>
        <p:txBody>
          <a:bodyPr anchor="t">
            <a:normAutofit/>
          </a:bodyPr>
          <a:lstStyle/>
          <a:p>
            <a:r>
              <a:rPr lang="en-SG" dirty="0"/>
              <a:t>Exploratory Data Analysis (Class Imbalance)</a:t>
            </a:r>
          </a:p>
        </p:txBody>
      </p:sp>
      <p:pic>
        <p:nvPicPr>
          <p:cNvPr id="12290" name="Picture 2" descr="A graph of blue bars&#10;&#10;AI-generated content may be incorrect.">
            <a:extLst>
              <a:ext uri="{FF2B5EF4-FFF2-40B4-BE49-F238E27FC236}">
                <a16:creationId xmlns:a16="http://schemas.microsoft.com/office/drawing/2014/main" id="{F53E4247-50D4-8925-8A25-C24ABFA11A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520" y="1792223"/>
            <a:ext cx="6113926" cy="302639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952A86A-EAB3-B8A8-F0A3-7B79CE5C8038}"/>
              </a:ext>
            </a:extLst>
          </p:cNvPr>
          <p:cNvSpPr>
            <a:spLocks noGrp="1"/>
          </p:cNvSpPr>
          <p:nvPr>
            <p:ph idx="1"/>
          </p:nvPr>
        </p:nvSpPr>
        <p:spPr>
          <a:xfrm>
            <a:off x="7177176" y="1792224"/>
            <a:ext cx="4307527" cy="4517136"/>
          </a:xfrm>
        </p:spPr>
        <p:txBody>
          <a:bodyPr anchor="t">
            <a:normAutofit/>
          </a:bodyPr>
          <a:lstStyle/>
          <a:p>
            <a:r>
              <a:rPr lang="en-US" sz="1800" dirty="0"/>
              <a:t>From the chart, we can see that the number of images for each vegetable is not balanced with some having as many as 900 images and others having much less, such as Capsicum with only around 350 images</a:t>
            </a:r>
          </a:p>
          <a:p>
            <a:r>
              <a:rPr lang="en-US" sz="1800" dirty="0"/>
              <a:t>As such, we must find a way to handle this later during model training</a:t>
            </a:r>
            <a:endParaRPr lang="en-SG" sz="1800" dirty="0"/>
          </a:p>
        </p:txBody>
      </p:sp>
    </p:spTree>
    <p:extLst>
      <p:ext uri="{BB962C8B-B14F-4D97-AF65-F5344CB8AC3E}">
        <p14:creationId xmlns:p14="http://schemas.microsoft.com/office/powerpoint/2010/main" val="3664102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D9815F-D354-F05A-07BA-692EE0FC0B63}"/>
            </a:ext>
          </a:extLst>
        </p:cNvPr>
        <p:cNvGrpSpPr/>
        <p:nvPr/>
      </p:nvGrpSpPr>
      <p:grpSpPr>
        <a:xfrm>
          <a:off x="0" y="0"/>
          <a:ext cx="0" cy="0"/>
          <a:chOff x="0" y="0"/>
          <a:chExt cx="0" cy="0"/>
        </a:xfrm>
      </p:grpSpPr>
      <p:sp useBgFill="1">
        <p:nvSpPr>
          <p:cNvPr id="12300" name="Rectangle 1229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5E1611-7CF9-59A6-DF14-6216ED91F13F}"/>
              </a:ext>
            </a:extLst>
          </p:cNvPr>
          <p:cNvSpPr>
            <a:spLocks noGrp="1"/>
          </p:cNvSpPr>
          <p:nvPr>
            <p:ph type="title"/>
          </p:nvPr>
        </p:nvSpPr>
        <p:spPr>
          <a:xfrm>
            <a:off x="612648" y="603504"/>
            <a:ext cx="5862396" cy="1527048"/>
          </a:xfrm>
        </p:spPr>
        <p:txBody>
          <a:bodyPr anchor="b">
            <a:normAutofit/>
          </a:bodyPr>
          <a:lstStyle/>
          <a:p>
            <a:r>
              <a:rPr lang="en-SG" sz="3300"/>
              <a:t>Exploratory Data Analysis (Image Pixel Distribution)</a:t>
            </a:r>
          </a:p>
        </p:txBody>
      </p:sp>
      <p:sp>
        <p:nvSpPr>
          <p:cNvPr id="3" name="Content Placeholder 2">
            <a:extLst>
              <a:ext uri="{FF2B5EF4-FFF2-40B4-BE49-F238E27FC236}">
                <a16:creationId xmlns:a16="http://schemas.microsoft.com/office/drawing/2014/main" id="{3EA9A667-AD0D-3621-70CE-0BDB9A0065A0}"/>
              </a:ext>
            </a:extLst>
          </p:cNvPr>
          <p:cNvSpPr>
            <a:spLocks noGrp="1"/>
          </p:cNvSpPr>
          <p:nvPr>
            <p:ph idx="1"/>
          </p:nvPr>
        </p:nvSpPr>
        <p:spPr>
          <a:xfrm>
            <a:off x="612648" y="2212848"/>
            <a:ext cx="5862396" cy="4096512"/>
          </a:xfrm>
        </p:spPr>
        <p:txBody>
          <a:bodyPr>
            <a:normAutofit/>
          </a:bodyPr>
          <a:lstStyle/>
          <a:p>
            <a:r>
              <a:rPr lang="en-US" sz="1800" dirty="0"/>
              <a:t>From the mean pixel value, we see that the average pixel is not very bright but there is some variation in the pixel intensity for both 23 by 23 and 101 by 101 images</a:t>
            </a:r>
            <a:endParaRPr lang="en-SG" sz="1800" dirty="0"/>
          </a:p>
        </p:txBody>
      </p:sp>
      <p:pic>
        <p:nvPicPr>
          <p:cNvPr id="5" name="Picture 4" descr="A screen shot of a computer program&#10;&#10;AI-generated content may be incorrect.">
            <a:extLst>
              <a:ext uri="{FF2B5EF4-FFF2-40B4-BE49-F238E27FC236}">
                <a16:creationId xmlns:a16="http://schemas.microsoft.com/office/drawing/2014/main" id="{CA8012C8-47D1-0909-C9F5-E6C0C4BC3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4180" y="433384"/>
            <a:ext cx="3355936" cy="6019618"/>
          </a:xfrm>
          <a:prstGeom prst="rect">
            <a:avLst/>
          </a:prstGeom>
        </p:spPr>
      </p:pic>
    </p:spTree>
    <p:extLst>
      <p:ext uri="{BB962C8B-B14F-4D97-AF65-F5344CB8AC3E}">
        <p14:creationId xmlns:p14="http://schemas.microsoft.com/office/powerpoint/2010/main" val="1945647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26DB07-9122-C26B-9E45-7CDE78D16D9C}"/>
            </a:ext>
          </a:extLst>
        </p:cNvPr>
        <p:cNvGrpSpPr/>
        <p:nvPr/>
      </p:nvGrpSpPr>
      <p:grpSpPr>
        <a:xfrm>
          <a:off x="0" y="0"/>
          <a:ext cx="0" cy="0"/>
          <a:chOff x="0" y="0"/>
          <a:chExt cx="0" cy="0"/>
        </a:xfrm>
      </p:grpSpPr>
      <p:sp useBgFill="1">
        <p:nvSpPr>
          <p:cNvPr id="13319" name="Rectangle 1331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71805F-9CB4-5BD3-D80D-C39D405B5E5F}"/>
              </a:ext>
            </a:extLst>
          </p:cNvPr>
          <p:cNvSpPr>
            <a:spLocks noGrp="1"/>
          </p:cNvSpPr>
          <p:nvPr>
            <p:ph type="title"/>
          </p:nvPr>
        </p:nvSpPr>
        <p:spPr>
          <a:xfrm>
            <a:off x="612648" y="603504"/>
            <a:ext cx="5862396" cy="1527048"/>
          </a:xfrm>
        </p:spPr>
        <p:txBody>
          <a:bodyPr anchor="b">
            <a:normAutofit/>
          </a:bodyPr>
          <a:lstStyle/>
          <a:p>
            <a:r>
              <a:rPr lang="en-SG" sz="3300" dirty="0"/>
              <a:t>Exploratory Data Analysis (Image Averaging)</a:t>
            </a:r>
          </a:p>
        </p:txBody>
      </p:sp>
      <p:sp>
        <p:nvSpPr>
          <p:cNvPr id="3" name="Content Placeholder 2">
            <a:extLst>
              <a:ext uri="{FF2B5EF4-FFF2-40B4-BE49-F238E27FC236}">
                <a16:creationId xmlns:a16="http://schemas.microsoft.com/office/drawing/2014/main" id="{DA8B0EE2-7198-BA37-2133-1C176F39F4DD}"/>
              </a:ext>
            </a:extLst>
          </p:cNvPr>
          <p:cNvSpPr>
            <a:spLocks noGrp="1"/>
          </p:cNvSpPr>
          <p:nvPr>
            <p:ph idx="1"/>
          </p:nvPr>
        </p:nvSpPr>
        <p:spPr>
          <a:xfrm>
            <a:off x="612648" y="2212848"/>
            <a:ext cx="5862396" cy="4096512"/>
          </a:xfrm>
        </p:spPr>
        <p:txBody>
          <a:bodyPr>
            <a:normAutofit/>
          </a:bodyPr>
          <a:lstStyle/>
          <a:p>
            <a:r>
              <a:rPr lang="en-US" sz="1800" dirty="0"/>
              <a:t>From both images we can see that generally, the brighter pixels are on top and not exactly in the middle. This means that many of the images are not all zoomed in so that the entire image only contains the specific vegetable</a:t>
            </a:r>
          </a:p>
          <a:p>
            <a:r>
              <a:rPr lang="en-US" sz="1800" dirty="0"/>
              <a:t> It seems that although the 23x23 image is not as clear compared to the 101x101 image, there are still some similar features which can be discerned when comparing the two images</a:t>
            </a:r>
            <a:endParaRPr lang="en-SG" sz="1800" dirty="0"/>
          </a:p>
        </p:txBody>
      </p:sp>
      <p:pic>
        <p:nvPicPr>
          <p:cNvPr id="13314" name="Picture 2" descr="A comparison of images of two people&#10;&#10;AI-generated content may be incorrect.">
            <a:extLst>
              <a:ext uri="{FF2B5EF4-FFF2-40B4-BE49-F238E27FC236}">
                <a16:creationId xmlns:a16="http://schemas.microsoft.com/office/drawing/2014/main" id="{F275F59D-C209-5F45-D693-DDFAB3B173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91395" y="2389854"/>
            <a:ext cx="4681506" cy="2106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521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AAF544-BB8C-C5D3-5A6B-636E99E79480}"/>
            </a:ext>
          </a:extLst>
        </p:cNvPr>
        <p:cNvGrpSpPr/>
        <p:nvPr/>
      </p:nvGrpSpPr>
      <p:grpSpPr>
        <a:xfrm>
          <a:off x="0" y="0"/>
          <a:ext cx="0" cy="0"/>
          <a:chOff x="0" y="0"/>
          <a:chExt cx="0" cy="0"/>
        </a:xfrm>
      </p:grpSpPr>
      <p:sp>
        <p:nvSpPr>
          <p:cNvPr id="14345" name="Rectangle 14344">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99C07-5AEA-887D-7D74-A2C2A7E8CBCE}"/>
              </a:ext>
            </a:extLst>
          </p:cNvPr>
          <p:cNvSpPr>
            <a:spLocks noGrp="1"/>
          </p:cNvSpPr>
          <p:nvPr>
            <p:ph type="title"/>
          </p:nvPr>
        </p:nvSpPr>
        <p:spPr>
          <a:xfrm>
            <a:off x="619759" y="603504"/>
            <a:ext cx="5237576" cy="1527048"/>
          </a:xfrm>
        </p:spPr>
        <p:txBody>
          <a:bodyPr anchor="b">
            <a:normAutofit/>
          </a:bodyPr>
          <a:lstStyle/>
          <a:p>
            <a:r>
              <a:rPr lang="en-SG" sz="3300" dirty="0"/>
              <a:t>Exploratory Data Analysis (Image Averaging By Class)</a:t>
            </a:r>
          </a:p>
        </p:txBody>
      </p:sp>
      <p:sp>
        <p:nvSpPr>
          <p:cNvPr id="3" name="Content Placeholder 2">
            <a:extLst>
              <a:ext uri="{FF2B5EF4-FFF2-40B4-BE49-F238E27FC236}">
                <a16:creationId xmlns:a16="http://schemas.microsoft.com/office/drawing/2014/main" id="{1C635618-EADE-8F9A-CF55-F3E09D0B0A3B}"/>
              </a:ext>
            </a:extLst>
          </p:cNvPr>
          <p:cNvSpPr>
            <a:spLocks noGrp="1"/>
          </p:cNvSpPr>
          <p:nvPr>
            <p:ph idx="1"/>
          </p:nvPr>
        </p:nvSpPr>
        <p:spPr>
          <a:xfrm>
            <a:off x="619758" y="2212848"/>
            <a:ext cx="5237577" cy="4096512"/>
          </a:xfrm>
        </p:spPr>
        <p:txBody>
          <a:bodyPr>
            <a:normAutofit/>
          </a:bodyPr>
          <a:lstStyle/>
          <a:p>
            <a:r>
              <a:rPr lang="en-US" sz="1800" dirty="0"/>
              <a:t>From the average image of each class label, it is not very clear to see and predict what vegetable it is</a:t>
            </a:r>
          </a:p>
          <a:p>
            <a:r>
              <a:rPr lang="en-US" sz="1800" dirty="0"/>
              <a:t> The 101 by 101 seem to make it slightly clearer to see what some of the vegetables are but are still not very clear</a:t>
            </a:r>
          </a:p>
          <a:p>
            <a:r>
              <a:rPr lang="en-US" sz="1800" dirty="0"/>
              <a:t> This suggests that there is quite a significant amount of variation within the images of all 15 classes of vegetables</a:t>
            </a:r>
            <a:endParaRPr lang="en-SG" sz="1800" dirty="0"/>
          </a:p>
        </p:txBody>
      </p:sp>
      <p:pic>
        <p:nvPicPr>
          <p:cNvPr id="14340" name="Picture 4">
            <a:extLst>
              <a:ext uri="{FF2B5EF4-FFF2-40B4-BE49-F238E27FC236}">
                <a16:creationId xmlns:a16="http://schemas.microsoft.com/office/drawing/2014/main" id="{86A4116D-68C8-E262-61C8-9744886EE3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928370"/>
            <a:ext cx="4919650" cy="2386031"/>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a:extLst>
              <a:ext uri="{FF2B5EF4-FFF2-40B4-BE49-F238E27FC236}">
                <a16:creationId xmlns:a16="http://schemas.microsoft.com/office/drawing/2014/main" id="{0C1EFBFE-6169-9797-7323-A2DD0BC3CB9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34858" y="3542235"/>
            <a:ext cx="4919652" cy="238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279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9" name="Rectangle 15368">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44EC6-61D0-BF94-CA00-BCF21C44FE11}"/>
              </a:ext>
            </a:extLst>
          </p:cNvPr>
          <p:cNvSpPr>
            <a:spLocks noGrp="1"/>
          </p:cNvSpPr>
          <p:nvPr>
            <p:ph type="title"/>
          </p:nvPr>
        </p:nvSpPr>
        <p:spPr>
          <a:xfrm>
            <a:off x="619759" y="603504"/>
            <a:ext cx="5237576" cy="1527048"/>
          </a:xfrm>
        </p:spPr>
        <p:txBody>
          <a:bodyPr anchor="b">
            <a:normAutofit/>
          </a:bodyPr>
          <a:lstStyle/>
          <a:p>
            <a:r>
              <a:rPr lang="en-SG" dirty="0"/>
              <a:t>Model Training for 23 x 23 (Original Dataset)</a:t>
            </a:r>
          </a:p>
        </p:txBody>
      </p:sp>
      <p:sp>
        <p:nvSpPr>
          <p:cNvPr id="15366" name="Content Placeholder 15365">
            <a:extLst>
              <a:ext uri="{FF2B5EF4-FFF2-40B4-BE49-F238E27FC236}">
                <a16:creationId xmlns:a16="http://schemas.microsoft.com/office/drawing/2014/main" id="{04B6BF40-7C86-0C86-BC17-B78EDAC24A5F}"/>
              </a:ext>
            </a:extLst>
          </p:cNvPr>
          <p:cNvSpPr>
            <a:spLocks noGrp="1"/>
          </p:cNvSpPr>
          <p:nvPr>
            <p:ph idx="1"/>
          </p:nvPr>
        </p:nvSpPr>
        <p:spPr>
          <a:xfrm>
            <a:off x="619758" y="2212848"/>
            <a:ext cx="5237577" cy="4096512"/>
          </a:xfrm>
        </p:spPr>
        <p:txBody>
          <a:bodyPr>
            <a:normAutofit/>
          </a:bodyPr>
          <a:lstStyle/>
          <a:p>
            <a:r>
              <a:rPr lang="en-US" sz="1800" dirty="0"/>
              <a:t>The graphs are quite noisy</a:t>
            </a:r>
          </a:p>
          <a:p>
            <a:r>
              <a:rPr lang="en-US" sz="1800" dirty="0"/>
              <a:t> The validation accuracy seems acceptable while validation loss seems high (above 1.0)</a:t>
            </a:r>
          </a:p>
        </p:txBody>
      </p:sp>
      <p:pic>
        <p:nvPicPr>
          <p:cNvPr id="15362" name="Picture 2" descr="A graph of performance and performance&#10;&#10;AI-generated content may be incorrect.">
            <a:extLst>
              <a:ext uri="{FF2B5EF4-FFF2-40B4-BE49-F238E27FC236}">
                <a16:creationId xmlns:a16="http://schemas.microsoft.com/office/drawing/2014/main" id="{B4EAC43E-2366-A59A-1A2F-E1EED96F11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1260448"/>
            <a:ext cx="4919650" cy="2053953"/>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screenshot of a computer program&#10;&#10;AI-generated content may be incorrect.">
            <a:extLst>
              <a:ext uri="{FF2B5EF4-FFF2-40B4-BE49-F238E27FC236}">
                <a16:creationId xmlns:a16="http://schemas.microsoft.com/office/drawing/2014/main" id="{A458F914-0F07-E057-136D-3ECA20301D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858" y="3542235"/>
            <a:ext cx="2418497" cy="2896404"/>
          </a:xfrm>
          <a:prstGeom prst="rect">
            <a:avLst/>
          </a:prstGeom>
        </p:spPr>
      </p:pic>
    </p:spTree>
    <p:extLst>
      <p:ext uri="{BB962C8B-B14F-4D97-AF65-F5344CB8AC3E}">
        <p14:creationId xmlns:p14="http://schemas.microsoft.com/office/powerpoint/2010/main" val="2502005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851A2D-6135-2093-3AF6-AC37E28FE315}"/>
            </a:ext>
          </a:extLst>
        </p:cNvPr>
        <p:cNvGrpSpPr/>
        <p:nvPr/>
      </p:nvGrpSpPr>
      <p:grpSpPr>
        <a:xfrm>
          <a:off x="0" y="0"/>
          <a:ext cx="0" cy="0"/>
          <a:chOff x="0" y="0"/>
          <a:chExt cx="0" cy="0"/>
        </a:xfrm>
      </p:grpSpPr>
      <p:sp>
        <p:nvSpPr>
          <p:cNvPr id="15369" name="Rectangle 15368">
            <a:extLst>
              <a:ext uri="{FF2B5EF4-FFF2-40B4-BE49-F238E27FC236}">
                <a16:creationId xmlns:a16="http://schemas.microsoft.com/office/drawing/2014/main" id="{61A776A9-B4EA-4A28-0D53-58B8DC3FB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6B686-D03D-82E7-4F50-8EE03DE49F5D}"/>
              </a:ext>
            </a:extLst>
          </p:cNvPr>
          <p:cNvSpPr>
            <a:spLocks noGrp="1"/>
          </p:cNvSpPr>
          <p:nvPr>
            <p:ph type="title"/>
          </p:nvPr>
        </p:nvSpPr>
        <p:spPr>
          <a:xfrm>
            <a:off x="619759" y="603504"/>
            <a:ext cx="5237576" cy="1527048"/>
          </a:xfrm>
        </p:spPr>
        <p:txBody>
          <a:bodyPr anchor="b">
            <a:normAutofit/>
          </a:bodyPr>
          <a:lstStyle/>
          <a:p>
            <a:r>
              <a:rPr lang="en-SG" dirty="0"/>
              <a:t>Model Training for 23 x 23 (Original Dataset)</a:t>
            </a:r>
          </a:p>
        </p:txBody>
      </p:sp>
      <p:sp>
        <p:nvSpPr>
          <p:cNvPr id="15366" name="Content Placeholder 15365">
            <a:extLst>
              <a:ext uri="{FF2B5EF4-FFF2-40B4-BE49-F238E27FC236}">
                <a16:creationId xmlns:a16="http://schemas.microsoft.com/office/drawing/2014/main" id="{7DF07A89-F8D2-607E-0CD3-D9FD1A076127}"/>
              </a:ext>
            </a:extLst>
          </p:cNvPr>
          <p:cNvSpPr>
            <a:spLocks noGrp="1"/>
          </p:cNvSpPr>
          <p:nvPr>
            <p:ph idx="1"/>
          </p:nvPr>
        </p:nvSpPr>
        <p:spPr>
          <a:xfrm>
            <a:off x="619758" y="2212848"/>
            <a:ext cx="5237577" cy="4096512"/>
          </a:xfrm>
        </p:spPr>
        <p:txBody>
          <a:bodyPr>
            <a:normAutofit/>
          </a:bodyPr>
          <a:lstStyle/>
          <a:p>
            <a:r>
              <a:rPr lang="en-US" sz="1800" dirty="0"/>
              <a:t>The graphs are quite noisy</a:t>
            </a:r>
          </a:p>
          <a:p>
            <a:r>
              <a:rPr lang="en-US" sz="1800" dirty="0"/>
              <a:t> The validation accuracy seems acceptable while validation loss seems high (above 1.0)</a:t>
            </a:r>
          </a:p>
        </p:txBody>
      </p:sp>
      <p:pic>
        <p:nvPicPr>
          <p:cNvPr id="15362" name="Picture 2" descr="A graph of performance and performance&#10;&#10;AI-generated content may be incorrect.">
            <a:extLst>
              <a:ext uri="{FF2B5EF4-FFF2-40B4-BE49-F238E27FC236}">
                <a16:creationId xmlns:a16="http://schemas.microsoft.com/office/drawing/2014/main" id="{016F79F8-2516-0AC3-737C-8290E2A6C2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1260448"/>
            <a:ext cx="4919650" cy="2053953"/>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screenshot of a computer program&#10;&#10;AI-generated content may be incorrect.">
            <a:extLst>
              <a:ext uri="{FF2B5EF4-FFF2-40B4-BE49-F238E27FC236}">
                <a16:creationId xmlns:a16="http://schemas.microsoft.com/office/drawing/2014/main" id="{479084BA-8166-6CB1-C94A-EC014491F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858" y="3542235"/>
            <a:ext cx="2418497" cy="2896404"/>
          </a:xfrm>
          <a:prstGeom prst="rect">
            <a:avLst/>
          </a:prstGeom>
        </p:spPr>
      </p:pic>
    </p:spTree>
    <p:extLst>
      <p:ext uri="{BB962C8B-B14F-4D97-AF65-F5344CB8AC3E}">
        <p14:creationId xmlns:p14="http://schemas.microsoft.com/office/powerpoint/2010/main" val="2582934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3" name="Rectangle 16392">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636695-8412-1E96-180C-E071BAF9D6A5}"/>
              </a:ext>
            </a:extLst>
          </p:cNvPr>
          <p:cNvSpPr>
            <a:spLocks noGrp="1"/>
          </p:cNvSpPr>
          <p:nvPr>
            <p:ph type="title"/>
          </p:nvPr>
        </p:nvSpPr>
        <p:spPr>
          <a:xfrm>
            <a:off x="619759" y="603504"/>
            <a:ext cx="5237576" cy="1527048"/>
          </a:xfrm>
        </p:spPr>
        <p:txBody>
          <a:bodyPr anchor="b">
            <a:normAutofit/>
          </a:bodyPr>
          <a:lstStyle/>
          <a:p>
            <a:r>
              <a:rPr lang="en-SG" dirty="0"/>
              <a:t>Data Augmentation</a:t>
            </a:r>
          </a:p>
        </p:txBody>
      </p:sp>
      <p:sp>
        <p:nvSpPr>
          <p:cNvPr id="16390" name="Content Placeholder 16389">
            <a:extLst>
              <a:ext uri="{FF2B5EF4-FFF2-40B4-BE49-F238E27FC236}">
                <a16:creationId xmlns:a16="http://schemas.microsoft.com/office/drawing/2014/main" id="{90959D85-B867-BA56-96E3-B16C84C79568}"/>
              </a:ext>
            </a:extLst>
          </p:cNvPr>
          <p:cNvSpPr>
            <a:spLocks noGrp="1"/>
          </p:cNvSpPr>
          <p:nvPr>
            <p:ph idx="1"/>
          </p:nvPr>
        </p:nvSpPr>
        <p:spPr>
          <a:xfrm>
            <a:off x="619758" y="2212848"/>
            <a:ext cx="5237577" cy="4096512"/>
          </a:xfrm>
        </p:spPr>
        <p:txBody>
          <a:bodyPr>
            <a:normAutofit/>
          </a:bodyPr>
          <a:lstStyle/>
          <a:p>
            <a:r>
              <a:rPr lang="en-US" sz="1800" dirty="0"/>
              <a:t>Using </a:t>
            </a:r>
            <a:r>
              <a:rPr lang="en-US" sz="1800" dirty="0" err="1"/>
              <a:t>ImageDataGenerator</a:t>
            </a:r>
            <a:r>
              <a:rPr lang="en-US" sz="1800" dirty="0"/>
              <a:t>, I was able to create new data to balance all the datasets</a:t>
            </a:r>
          </a:p>
        </p:txBody>
      </p:sp>
      <p:pic>
        <p:nvPicPr>
          <p:cNvPr id="16386" name="Picture 2">
            <a:extLst>
              <a:ext uri="{FF2B5EF4-FFF2-40B4-BE49-F238E27FC236}">
                <a16:creationId xmlns:a16="http://schemas.microsoft.com/office/drawing/2014/main" id="{4033A34B-5318-B26C-7D2E-C214BFF16C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879174"/>
            <a:ext cx="4919650" cy="2435227"/>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computer screen shot of a program&#10;&#10;AI-generated content may be incorrect.">
            <a:extLst>
              <a:ext uri="{FF2B5EF4-FFF2-40B4-BE49-F238E27FC236}">
                <a16:creationId xmlns:a16="http://schemas.microsoft.com/office/drawing/2014/main" id="{7EBFF2B0-DA20-5D8D-E957-99EA09D2E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858" y="3542235"/>
            <a:ext cx="1882662" cy="2896404"/>
          </a:xfrm>
          <a:prstGeom prst="rect">
            <a:avLst/>
          </a:prstGeom>
        </p:spPr>
      </p:pic>
    </p:spTree>
    <p:extLst>
      <p:ext uri="{BB962C8B-B14F-4D97-AF65-F5344CB8AC3E}">
        <p14:creationId xmlns:p14="http://schemas.microsoft.com/office/powerpoint/2010/main" val="2080772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599958-483F-8B1A-9D59-043A9E1F4BF1}"/>
            </a:ext>
          </a:extLst>
        </p:cNvPr>
        <p:cNvGrpSpPr/>
        <p:nvPr/>
      </p:nvGrpSpPr>
      <p:grpSpPr>
        <a:xfrm>
          <a:off x="0" y="0"/>
          <a:ext cx="0" cy="0"/>
          <a:chOff x="0" y="0"/>
          <a:chExt cx="0" cy="0"/>
        </a:xfrm>
      </p:grpSpPr>
      <p:sp>
        <p:nvSpPr>
          <p:cNvPr id="17415" name="Rectangle 17414">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CF98C-6AB1-970A-86EE-32D871E59511}"/>
              </a:ext>
            </a:extLst>
          </p:cNvPr>
          <p:cNvSpPr>
            <a:spLocks noGrp="1"/>
          </p:cNvSpPr>
          <p:nvPr>
            <p:ph type="title"/>
          </p:nvPr>
        </p:nvSpPr>
        <p:spPr>
          <a:xfrm>
            <a:off x="619759" y="603504"/>
            <a:ext cx="5237576" cy="1527048"/>
          </a:xfrm>
        </p:spPr>
        <p:txBody>
          <a:bodyPr anchor="b">
            <a:normAutofit/>
          </a:bodyPr>
          <a:lstStyle/>
          <a:p>
            <a:r>
              <a:rPr lang="en-SG" sz="3300"/>
              <a:t>Model Training for 23 x 23 (Augmented Dataset)</a:t>
            </a:r>
          </a:p>
        </p:txBody>
      </p:sp>
      <p:sp>
        <p:nvSpPr>
          <p:cNvPr id="15366" name="Content Placeholder 15365">
            <a:extLst>
              <a:ext uri="{FF2B5EF4-FFF2-40B4-BE49-F238E27FC236}">
                <a16:creationId xmlns:a16="http://schemas.microsoft.com/office/drawing/2014/main" id="{C329B3A2-B257-B202-ADED-367982407A45}"/>
              </a:ext>
            </a:extLst>
          </p:cNvPr>
          <p:cNvSpPr>
            <a:spLocks noGrp="1"/>
          </p:cNvSpPr>
          <p:nvPr>
            <p:ph idx="1"/>
          </p:nvPr>
        </p:nvSpPr>
        <p:spPr>
          <a:xfrm>
            <a:off x="619758" y="2212848"/>
            <a:ext cx="5237577" cy="4096512"/>
          </a:xfrm>
        </p:spPr>
        <p:txBody>
          <a:bodyPr>
            <a:normAutofit/>
          </a:bodyPr>
          <a:lstStyle/>
          <a:p>
            <a:r>
              <a:rPr lang="en-US" sz="1800" dirty="0"/>
              <a:t>Less noisy, improvement over original</a:t>
            </a:r>
          </a:p>
          <a:p>
            <a:r>
              <a:rPr lang="en-US" sz="1800" dirty="0"/>
              <a:t> Could still be improved</a:t>
            </a:r>
          </a:p>
        </p:txBody>
      </p:sp>
      <p:pic>
        <p:nvPicPr>
          <p:cNvPr id="17410" name="Picture 2" descr="A graph of performance and performance&#10;&#10;AI-generated content may be incorrect.">
            <a:extLst>
              <a:ext uri="{FF2B5EF4-FFF2-40B4-BE49-F238E27FC236}">
                <a16:creationId xmlns:a16="http://schemas.microsoft.com/office/drawing/2014/main" id="{FD03752E-38C1-2D4E-ECC3-B32D042114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1260448"/>
            <a:ext cx="4919650" cy="20539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computer program&#10;&#10;AI-generated content may be incorrect.">
            <a:extLst>
              <a:ext uri="{FF2B5EF4-FFF2-40B4-BE49-F238E27FC236}">
                <a16:creationId xmlns:a16="http://schemas.microsoft.com/office/drawing/2014/main" id="{DE7A2016-062A-D69D-3684-E9FAA507D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858" y="3542235"/>
            <a:ext cx="2375051" cy="2896404"/>
          </a:xfrm>
          <a:prstGeom prst="rect">
            <a:avLst/>
          </a:prstGeom>
        </p:spPr>
      </p:pic>
    </p:spTree>
    <p:extLst>
      <p:ext uri="{BB962C8B-B14F-4D97-AF65-F5344CB8AC3E}">
        <p14:creationId xmlns:p14="http://schemas.microsoft.com/office/powerpoint/2010/main" val="450620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25F6B-75D0-C2B0-E6BB-D55A09900FD0}"/>
              </a:ext>
            </a:extLst>
          </p:cNvPr>
          <p:cNvSpPr>
            <a:spLocks noGrp="1"/>
          </p:cNvSpPr>
          <p:nvPr>
            <p:ph type="title"/>
          </p:nvPr>
        </p:nvSpPr>
        <p:spPr/>
        <p:txBody>
          <a:bodyPr/>
          <a:lstStyle/>
          <a:p>
            <a:r>
              <a:rPr lang="en-SG" dirty="0"/>
              <a:t>Learning Rate Scheduler</a:t>
            </a:r>
          </a:p>
        </p:txBody>
      </p:sp>
      <p:pic>
        <p:nvPicPr>
          <p:cNvPr id="5" name="Content Placeholder 4">
            <a:extLst>
              <a:ext uri="{FF2B5EF4-FFF2-40B4-BE49-F238E27FC236}">
                <a16:creationId xmlns:a16="http://schemas.microsoft.com/office/drawing/2014/main" id="{6FE0751F-A946-779A-A0AD-A97CA7D2DA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1400" y="3165529"/>
            <a:ext cx="10116962" cy="390580"/>
          </a:xfrm>
        </p:spPr>
      </p:pic>
      <p:sp>
        <p:nvSpPr>
          <p:cNvPr id="7" name="Content Placeholder 15365">
            <a:extLst>
              <a:ext uri="{FF2B5EF4-FFF2-40B4-BE49-F238E27FC236}">
                <a16:creationId xmlns:a16="http://schemas.microsoft.com/office/drawing/2014/main" id="{8D783E85-FD6D-7FDC-D2F9-63B73442EB92}"/>
              </a:ext>
            </a:extLst>
          </p:cNvPr>
          <p:cNvSpPr txBox="1">
            <a:spLocks/>
          </p:cNvSpPr>
          <p:nvPr/>
        </p:nvSpPr>
        <p:spPr>
          <a:xfrm>
            <a:off x="389413" y="1822268"/>
            <a:ext cx="6290593" cy="409651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Created a learning rate reducer to improve results</a:t>
            </a:r>
          </a:p>
        </p:txBody>
      </p:sp>
    </p:spTree>
    <p:extLst>
      <p:ext uri="{BB962C8B-B14F-4D97-AF65-F5344CB8AC3E}">
        <p14:creationId xmlns:p14="http://schemas.microsoft.com/office/powerpoint/2010/main" val="576194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6B4E86-6164-11EB-73C0-4E8C63C3D64F}"/>
            </a:ext>
          </a:extLst>
        </p:cNvPr>
        <p:cNvGrpSpPr/>
        <p:nvPr/>
      </p:nvGrpSpPr>
      <p:grpSpPr>
        <a:xfrm>
          <a:off x="0" y="0"/>
          <a:ext cx="0" cy="0"/>
          <a:chOff x="0" y="0"/>
          <a:chExt cx="0" cy="0"/>
        </a:xfrm>
      </p:grpSpPr>
      <p:sp>
        <p:nvSpPr>
          <p:cNvPr id="21511" name="Rectangle 21510">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C8C718-8B5B-AE8E-F9B6-E8036891A3FF}"/>
              </a:ext>
            </a:extLst>
          </p:cNvPr>
          <p:cNvSpPr>
            <a:spLocks noGrp="1"/>
          </p:cNvSpPr>
          <p:nvPr>
            <p:ph type="title"/>
          </p:nvPr>
        </p:nvSpPr>
        <p:spPr>
          <a:xfrm>
            <a:off x="619759" y="603504"/>
            <a:ext cx="5237576" cy="1527048"/>
          </a:xfrm>
        </p:spPr>
        <p:txBody>
          <a:bodyPr anchor="b">
            <a:normAutofit/>
          </a:bodyPr>
          <a:lstStyle/>
          <a:p>
            <a:r>
              <a:rPr lang="en-SG"/>
              <a:t>Model Training for 23 x 23 (Tuned Dataset)</a:t>
            </a:r>
          </a:p>
        </p:txBody>
      </p:sp>
      <p:sp>
        <p:nvSpPr>
          <p:cNvPr id="15366" name="Content Placeholder 15365">
            <a:extLst>
              <a:ext uri="{FF2B5EF4-FFF2-40B4-BE49-F238E27FC236}">
                <a16:creationId xmlns:a16="http://schemas.microsoft.com/office/drawing/2014/main" id="{0136B7B8-2868-32A2-9251-D5F49BFC0978}"/>
              </a:ext>
            </a:extLst>
          </p:cNvPr>
          <p:cNvSpPr>
            <a:spLocks noGrp="1"/>
          </p:cNvSpPr>
          <p:nvPr>
            <p:ph idx="1"/>
          </p:nvPr>
        </p:nvSpPr>
        <p:spPr>
          <a:xfrm>
            <a:off x="619758" y="2212848"/>
            <a:ext cx="5237577" cy="4096512"/>
          </a:xfrm>
        </p:spPr>
        <p:txBody>
          <a:bodyPr>
            <a:normAutofit/>
          </a:bodyPr>
          <a:lstStyle/>
          <a:p>
            <a:r>
              <a:rPr lang="en-US" sz="1800" dirty="0"/>
              <a:t>Much less noise </a:t>
            </a:r>
          </a:p>
          <a:p>
            <a:r>
              <a:rPr lang="en-US" sz="1800" dirty="0"/>
              <a:t>Graph </a:t>
            </a:r>
            <a:r>
              <a:rPr lang="en-US" sz="1800" dirty="0" err="1"/>
              <a:t>stabilises</a:t>
            </a:r>
            <a:r>
              <a:rPr lang="en-US" sz="1800" dirty="0"/>
              <a:t> after 40 epochs</a:t>
            </a:r>
          </a:p>
        </p:txBody>
      </p:sp>
      <p:pic>
        <p:nvPicPr>
          <p:cNvPr id="21506" name="Picture 2">
            <a:extLst>
              <a:ext uri="{FF2B5EF4-FFF2-40B4-BE49-F238E27FC236}">
                <a16:creationId xmlns:a16="http://schemas.microsoft.com/office/drawing/2014/main" id="{965D25A2-DCE9-3B53-84F7-8D91914E15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4858" y="1260448"/>
            <a:ext cx="4919650" cy="2053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computer program&#10;&#10;AI-generated content may be incorrect.">
            <a:extLst>
              <a:ext uri="{FF2B5EF4-FFF2-40B4-BE49-F238E27FC236}">
                <a16:creationId xmlns:a16="http://schemas.microsoft.com/office/drawing/2014/main" id="{95E3CE89-A755-4E6C-70F8-8A2AB0A897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858" y="3542235"/>
            <a:ext cx="2331605" cy="2896404"/>
          </a:xfrm>
          <a:prstGeom prst="rect">
            <a:avLst/>
          </a:prstGeom>
        </p:spPr>
      </p:pic>
    </p:spTree>
    <p:extLst>
      <p:ext uri="{BB962C8B-B14F-4D97-AF65-F5344CB8AC3E}">
        <p14:creationId xmlns:p14="http://schemas.microsoft.com/office/powerpoint/2010/main" val="373904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629F4F-F8BB-EC7D-429B-A8B7ED52E098}"/>
            </a:ext>
          </a:extLst>
        </p:cNvPr>
        <p:cNvGrpSpPr/>
        <p:nvPr/>
      </p:nvGrpSpPr>
      <p:grpSpPr>
        <a:xfrm>
          <a:off x="0" y="0"/>
          <a:ext cx="0" cy="0"/>
          <a:chOff x="0" y="0"/>
          <a:chExt cx="0" cy="0"/>
        </a:xfrm>
      </p:grpSpPr>
      <p:sp>
        <p:nvSpPr>
          <p:cNvPr id="18456" name="Rectangle 18455">
            <a:extLst>
              <a:ext uri="{FF2B5EF4-FFF2-40B4-BE49-F238E27FC236}">
                <a16:creationId xmlns:a16="http://schemas.microsoft.com/office/drawing/2014/main" id="{1904B055-668E-876B-88D5-BF2211C559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30D566-0A7F-EA13-A48A-E4CFBF4D8E40}"/>
              </a:ext>
            </a:extLst>
          </p:cNvPr>
          <p:cNvSpPr>
            <a:spLocks noGrp="1"/>
          </p:cNvSpPr>
          <p:nvPr>
            <p:ph type="title"/>
          </p:nvPr>
        </p:nvSpPr>
        <p:spPr>
          <a:xfrm>
            <a:off x="685800" y="603504"/>
            <a:ext cx="7016129" cy="1527048"/>
          </a:xfrm>
        </p:spPr>
        <p:txBody>
          <a:bodyPr anchor="b">
            <a:normAutofit/>
          </a:bodyPr>
          <a:lstStyle/>
          <a:p>
            <a:r>
              <a:rPr lang="en-SG" dirty="0"/>
              <a:t>Model Training for 101 x 101 (Original Dataset)</a:t>
            </a:r>
          </a:p>
        </p:txBody>
      </p:sp>
      <p:sp>
        <p:nvSpPr>
          <p:cNvPr id="15366" name="Content Placeholder 15365">
            <a:extLst>
              <a:ext uri="{FF2B5EF4-FFF2-40B4-BE49-F238E27FC236}">
                <a16:creationId xmlns:a16="http://schemas.microsoft.com/office/drawing/2014/main" id="{9C10C000-58A7-8101-E1D8-84B3AD79662B}"/>
              </a:ext>
            </a:extLst>
          </p:cNvPr>
          <p:cNvSpPr>
            <a:spLocks noGrp="1"/>
          </p:cNvSpPr>
          <p:nvPr>
            <p:ph idx="1"/>
          </p:nvPr>
        </p:nvSpPr>
        <p:spPr>
          <a:xfrm>
            <a:off x="685800" y="2212848"/>
            <a:ext cx="7016129" cy="4096512"/>
          </a:xfrm>
        </p:spPr>
        <p:txBody>
          <a:bodyPr>
            <a:normAutofit/>
          </a:bodyPr>
          <a:lstStyle/>
          <a:p>
            <a:r>
              <a:rPr lang="en-US" sz="1800" dirty="0"/>
              <a:t>Quite a bit of noise</a:t>
            </a:r>
          </a:p>
          <a:p>
            <a:r>
              <a:rPr lang="en-US" sz="1800" dirty="0"/>
              <a:t>Results not very good</a:t>
            </a:r>
          </a:p>
        </p:txBody>
      </p:sp>
      <p:pic>
        <p:nvPicPr>
          <p:cNvPr id="11" name="Picture 10" descr="A screenshot of a computer program&#10;&#10;AI-generated content may be incorrect.">
            <a:extLst>
              <a:ext uri="{FF2B5EF4-FFF2-40B4-BE49-F238E27FC236}">
                <a16:creationId xmlns:a16="http://schemas.microsoft.com/office/drawing/2014/main" id="{39E20F3E-321B-C1BB-869F-8BA4273162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8722" y="2896405"/>
            <a:ext cx="1885984" cy="2231935"/>
          </a:xfrm>
          <a:prstGeom prst="rect">
            <a:avLst/>
          </a:prstGeom>
        </p:spPr>
      </p:pic>
      <p:pic>
        <p:nvPicPr>
          <p:cNvPr id="18436" name="Picture 4" descr="A graph of performance and performance&#10;&#10;AI-generated content may be incorrect.">
            <a:extLst>
              <a:ext uri="{FF2B5EF4-FFF2-40B4-BE49-F238E27FC236}">
                <a16:creationId xmlns:a16="http://schemas.microsoft.com/office/drawing/2014/main" id="{ABEA214A-4BF9-03BC-EFBC-D89CDFED19C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8670" y="313556"/>
            <a:ext cx="4740947" cy="197934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screenshot of a computer&#10;&#10;AI-generated content may be incorrect.">
            <a:extLst>
              <a:ext uri="{FF2B5EF4-FFF2-40B4-BE49-F238E27FC236}">
                <a16:creationId xmlns:a16="http://schemas.microsoft.com/office/drawing/2014/main" id="{2E3D50DB-A05A-3075-AB22-EEA3C8F710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2137" y="3020180"/>
            <a:ext cx="2118092" cy="2049254"/>
          </a:xfrm>
          <a:prstGeom prst="rect">
            <a:avLst/>
          </a:prstGeom>
        </p:spPr>
      </p:pic>
    </p:spTree>
    <p:extLst>
      <p:ext uri="{BB962C8B-B14F-4D97-AF65-F5344CB8AC3E}">
        <p14:creationId xmlns:p14="http://schemas.microsoft.com/office/powerpoint/2010/main" val="2719662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FEEEFA-3B0C-9BEE-FD71-97D1759EFE84}"/>
            </a:ext>
          </a:extLst>
        </p:cNvPr>
        <p:cNvGrpSpPr/>
        <p:nvPr/>
      </p:nvGrpSpPr>
      <p:grpSpPr>
        <a:xfrm>
          <a:off x="0" y="0"/>
          <a:ext cx="0" cy="0"/>
          <a:chOff x="0" y="0"/>
          <a:chExt cx="0" cy="0"/>
        </a:xfrm>
      </p:grpSpPr>
      <p:sp>
        <p:nvSpPr>
          <p:cNvPr id="19463" name="Rectangle 19462">
            <a:extLst>
              <a:ext uri="{FF2B5EF4-FFF2-40B4-BE49-F238E27FC236}">
                <a16:creationId xmlns:a16="http://schemas.microsoft.com/office/drawing/2014/main" id="{1904B055-668E-876B-88D5-BF2211C559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B2AF7-7E44-F242-7091-90EF7495496D}"/>
              </a:ext>
            </a:extLst>
          </p:cNvPr>
          <p:cNvSpPr>
            <a:spLocks noGrp="1"/>
          </p:cNvSpPr>
          <p:nvPr>
            <p:ph type="title"/>
          </p:nvPr>
        </p:nvSpPr>
        <p:spPr>
          <a:xfrm>
            <a:off x="685800" y="603504"/>
            <a:ext cx="7016129" cy="1527048"/>
          </a:xfrm>
        </p:spPr>
        <p:txBody>
          <a:bodyPr anchor="b">
            <a:normAutofit/>
          </a:bodyPr>
          <a:lstStyle/>
          <a:p>
            <a:r>
              <a:rPr lang="en-SG"/>
              <a:t>Model Training for 101 x 101 (Augmented Dataset)</a:t>
            </a:r>
          </a:p>
        </p:txBody>
      </p:sp>
      <p:sp>
        <p:nvSpPr>
          <p:cNvPr id="15366" name="Content Placeholder 15365">
            <a:extLst>
              <a:ext uri="{FF2B5EF4-FFF2-40B4-BE49-F238E27FC236}">
                <a16:creationId xmlns:a16="http://schemas.microsoft.com/office/drawing/2014/main" id="{81EE07CC-1A44-212C-C7B4-AE0CC664B26E}"/>
              </a:ext>
            </a:extLst>
          </p:cNvPr>
          <p:cNvSpPr>
            <a:spLocks noGrp="1"/>
          </p:cNvSpPr>
          <p:nvPr>
            <p:ph idx="1"/>
          </p:nvPr>
        </p:nvSpPr>
        <p:spPr>
          <a:xfrm>
            <a:off x="685801" y="2212848"/>
            <a:ext cx="6187966" cy="4096512"/>
          </a:xfrm>
        </p:spPr>
        <p:txBody>
          <a:bodyPr>
            <a:normAutofit/>
          </a:bodyPr>
          <a:lstStyle/>
          <a:p>
            <a:r>
              <a:rPr lang="en-US" sz="1800" dirty="0"/>
              <a:t>Validation Loss slightly improved</a:t>
            </a:r>
          </a:p>
          <a:p>
            <a:r>
              <a:rPr lang="en-US" sz="1800" dirty="0"/>
              <a:t>Still a lot of noise, requires learning rate reducer to improve</a:t>
            </a:r>
          </a:p>
        </p:txBody>
      </p:sp>
      <p:pic>
        <p:nvPicPr>
          <p:cNvPr id="5" name="Picture 4" descr="A screenshot of a computer program&#10;&#10;AI-generated content may be incorrect.">
            <a:extLst>
              <a:ext uri="{FF2B5EF4-FFF2-40B4-BE49-F238E27FC236}">
                <a16:creationId xmlns:a16="http://schemas.microsoft.com/office/drawing/2014/main" id="{6E1A7DF1-56C9-4618-EF48-673AF6D94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3060" y="2816352"/>
            <a:ext cx="1941054" cy="2237527"/>
          </a:xfrm>
          <a:prstGeom prst="rect">
            <a:avLst/>
          </a:prstGeom>
        </p:spPr>
      </p:pic>
      <p:pic>
        <p:nvPicPr>
          <p:cNvPr id="19458" name="Picture 2" descr="A graph of different colored lines&#10;&#10;AI-generated content may be incorrect.">
            <a:extLst>
              <a:ext uri="{FF2B5EF4-FFF2-40B4-BE49-F238E27FC236}">
                <a16:creationId xmlns:a16="http://schemas.microsoft.com/office/drawing/2014/main" id="{D2857F0E-A8C8-0E4F-A9A6-8F6685F2D2A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3060" y="380037"/>
            <a:ext cx="4389966" cy="18328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 program&#10;&#10;AI-generated content may be incorrect.">
            <a:extLst>
              <a:ext uri="{FF2B5EF4-FFF2-40B4-BE49-F238E27FC236}">
                <a16:creationId xmlns:a16="http://schemas.microsoft.com/office/drawing/2014/main" id="{EE4CD6DC-DD61-6CCD-D50E-C66F90E3DA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6925" y="3043798"/>
            <a:ext cx="2084150" cy="2005995"/>
          </a:xfrm>
          <a:prstGeom prst="rect">
            <a:avLst/>
          </a:prstGeom>
        </p:spPr>
      </p:pic>
    </p:spTree>
    <p:extLst>
      <p:ext uri="{BB962C8B-B14F-4D97-AF65-F5344CB8AC3E}">
        <p14:creationId xmlns:p14="http://schemas.microsoft.com/office/powerpoint/2010/main" val="2636375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FF518F-B4D4-577A-C551-64BEFB5AAC44}"/>
            </a:ext>
          </a:extLst>
        </p:cNvPr>
        <p:cNvGrpSpPr/>
        <p:nvPr/>
      </p:nvGrpSpPr>
      <p:grpSpPr>
        <a:xfrm>
          <a:off x="0" y="0"/>
          <a:ext cx="0" cy="0"/>
          <a:chOff x="0" y="0"/>
          <a:chExt cx="0" cy="0"/>
        </a:xfrm>
      </p:grpSpPr>
      <p:sp>
        <p:nvSpPr>
          <p:cNvPr id="20487" name="Rectangle 20486">
            <a:extLst>
              <a:ext uri="{FF2B5EF4-FFF2-40B4-BE49-F238E27FC236}">
                <a16:creationId xmlns:a16="http://schemas.microsoft.com/office/drawing/2014/main" id="{1904B055-668E-876B-88D5-BF2211C559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9FB0A-B5D9-9F20-B4DB-D8463BF2CD66}"/>
              </a:ext>
            </a:extLst>
          </p:cNvPr>
          <p:cNvSpPr>
            <a:spLocks noGrp="1"/>
          </p:cNvSpPr>
          <p:nvPr>
            <p:ph type="title"/>
          </p:nvPr>
        </p:nvSpPr>
        <p:spPr>
          <a:xfrm>
            <a:off x="685800" y="603504"/>
            <a:ext cx="7016129" cy="1527048"/>
          </a:xfrm>
        </p:spPr>
        <p:txBody>
          <a:bodyPr anchor="b">
            <a:normAutofit/>
          </a:bodyPr>
          <a:lstStyle/>
          <a:p>
            <a:r>
              <a:rPr lang="en-SG" dirty="0"/>
              <a:t>Model Training for 101 x 101 (Tuned Dataset)</a:t>
            </a:r>
          </a:p>
        </p:txBody>
      </p:sp>
      <p:sp>
        <p:nvSpPr>
          <p:cNvPr id="15366" name="Content Placeholder 15365">
            <a:extLst>
              <a:ext uri="{FF2B5EF4-FFF2-40B4-BE49-F238E27FC236}">
                <a16:creationId xmlns:a16="http://schemas.microsoft.com/office/drawing/2014/main" id="{ABB378E1-B7D2-F60C-D1BC-4820C2FB7613}"/>
              </a:ext>
            </a:extLst>
          </p:cNvPr>
          <p:cNvSpPr>
            <a:spLocks noGrp="1"/>
          </p:cNvSpPr>
          <p:nvPr>
            <p:ph idx="1"/>
          </p:nvPr>
        </p:nvSpPr>
        <p:spPr>
          <a:xfrm>
            <a:off x="685800" y="2212848"/>
            <a:ext cx="7016129" cy="4096512"/>
          </a:xfrm>
        </p:spPr>
        <p:txBody>
          <a:bodyPr>
            <a:normAutofit/>
          </a:bodyPr>
          <a:lstStyle/>
          <a:p>
            <a:r>
              <a:rPr lang="en-US" sz="1800" dirty="0"/>
              <a:t>Much less noise</a:t>
            </a:r>
          </a:p>
          <a:p>
            <a:r>
              <a:rPr lang="en-US" sz="1800" dirty="0"/>
              <a:t> Graph stabilizes after 40 epochs</a:t>
            </a:r>
          </a:p>
          <a:p>
            <a:r>
              <a:rPr lang="en-US" sz="1800" dirty="0"/>
              <a:t>Validation accuracy and loss are very good</a:t>
            </a:r>
          </a:p>
        </p:txBody>
      </p:sp>
      <p:pic>
        <p:nvPicPr>
          <p:cNvPr id="20482" name="Picture 2">
            <a:extLst>
              <a:ext uri="{FF2B5EF4-FFF2-40B4-BE49-F238E27FC236}">
                <a16:creationId xmlns:a16="http://schemas.microsoft.com/office/drawing/2014/main" id="{3BCD7946-5742-8ECB-1FA8-33D2200231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48023" y="662944"/>
            <a:ext cx="4796475" cy="20025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screenshot of a computer program&#10;&#10;AI-generated content may be incorrect.">
            <a:extLst>
              <a:ext uri="{FF2B5EF4-FFF2-40B4-BE49-F238E27FC236}">
                <a16:creationId xmlns:a16="http://schemas.microsoft.com/office/drawing/2014/main" id="{EAA44879-C0CD-133E-CC8C-FC97E0223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5911" y="3283527"/>
            <a:ext cx="1904937" cy="229510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AAEA976F-18C0-C2E4-B4A3-7D96289524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4592" y="3429000"/>
            <a:ext cx="2139906" cy="2071262"/>
          </a:xfrm>
          <a:prstGeom prst="rect">
            <a:avLst/>
          </a:prstGeom>
        </p:spPr>
      </p:pic>
    </p:spTree>
    <p:extLst>
      <p:ext uri="{BB962C8B-B14F-4D97-AF65-F5344CB8AC3E}">
        <p14:creationId xmlns:p14="http://schemas.microsoft.com/office/powerpoint/2010/main" val="2551961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5C34F0-6A64-55D8-DFA3-59948AE5A164}"/>
              </a:ext>
            </a:extLst>
          </p:cNvPr>
          <p:cNvSpPr>
            <a:spLocks noGrp="1"/>
          </p:cNvSpPr>
          <p:nvPr>
            <p:ph type="title"/>
          </p:nvPr>
        </p:nvSpPr>
        <p:spPr>
          <a:xfrm>
            <a:off x="612648" y="1114923"/>
            <a:ext cx="4621553" cy="1360728"/>
          </a:xfrm>
        </p:spPr>
        <p:txBody>
          <a:bodyPr anchor="b">
            <a:normAutofit/>
          </a:bodyPr>
          <a:lstStyle/>
          <a:p>
            <a:r>
              <a:rPr lang="en-SG" dirty="0"/>
              <a:t>Model Evaluation</a:t>
            </a:r>
          </a:p>
        </p:txBody>
      </p:sp>
      <p:sp>
        <p:nvSpPr>
          <p:cNvPr id="9" name="Content Placeholder 8">
            <a:extLst>
              <a:ext uri="{FF2B5EF4-FFF2-40B4-BE49-F238E27FC236}">
                <a16:creationId xmlns:a16="http://schemas.microsoft.com/office/drawing/2014/main" id="{65351B23-96F3-9E35-B742-94EBD472CB3D}"/>
              </a:ext>
            </a:extLst>
          </p:cNvPr>
          <p:cNvSpPr>
            <a:spLocks noGrp="1"/>
          </p:cNvSpPr>
          <p:nvPr>
            <p:ph idx="1"/>
          </p:nvPr>
        </p:nvSpPr>
        <p:spPr>
          <a:xfrm>
            <a:off x="612648" y="2584058"/>
            <a:ext cx="4621553" cy="3159018"/>
          </a:xfrm>
        </p:spPr>
        <p:txBody>
          <a:bodyPr>
            <a:normAutofit/>
          </a:bodyPr>
          <a:lstStyle/>
          <a:p>
            <a:r>
              <a:rPr lang="en-US" sz="1800" dirty="0"/>
              <a:t>We can see that the tuned models were the best</a:t>
            </a:r>
          </a:p>
        </p:txBody>
      </p:sp>
      <p:pic>
        <p:nvPicPr>
          <p:cNvPr id="5" name="Content Placeholder 4" descr="A screenshot of a graph&#10;&#10;AI-generated content may be incorrect.">
            <a:extLst>
              <a:ext uri="{FF2B5EF4-FFF2-40B4-BE49-F238E27FC236}">
                <a16:creationId xmlns:a16="http://schemas.microsoft.com/office/drawing/2014/main" id="{847E54B5-5434-58A5-DA67-8D6EF4A1D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261" y="1801719"/>
            <a:ext cx="5837780" cy="3254561"/>
          </a:xfrm>
          <a:prstGeom prst="rect">
            <a:avLst/>
          </a:prstGeom>
        </p:spPr>
      </p:pic>
    </p:spTree>
    <p:extLst>
      <p:ext uri="{BB962C8B-B14F-4D97-AF65-F5344CB8AC3E}">
        <p14:creationId xmlns:p14="http://schemas.microsoft.com/office/powerpoint/2010/main" val="2571477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03F46F-B8BB-6092-5048-286B6B04B25F}"/>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F6E37E9F-0D7B-3A32-831F-F60BBD6B9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739CF9-B38E-A992-97F0-772B2D5A8843}"/>
              </a:ext>
            </a:extLst>
          </p:cNvPr>
          <p:cNvSpPr>
            <a:spLocks noGrp="1"/>
          </p:cNvSpPr>
          <p:nvPr>
            <p:ph type="title"/>
          </p:nvPr>
        </p:nvSpPr>
        <p:spPr>
          <a:xfrm>
            <a:off x="1179576" y="1069848"/>
            <a:ext cx="4916424" cy="1353312"/>
          </a:xfrm>
        </p:spPr>
        <p:txBody>
          <a:bodyPr anchor="b">
            <a:normAutofit/>
          </a:bodyPr>
          <a:lstStyle/>
          <a:p>
            <a:r>
              <a:rPr lang="en-SG" dirty="0"/>
              <a:t>Model Evaluation</a:t>
            </a:r>
          </a:p>
        </p:txBody>
      </p:sp>
      <p:sp>
        <p:nvSpPr>
          <p:cNvPr id="9" name="Content Placeholder 8">
            <a:extLst>
              <a:ext uri="{FF2B5EF4-FFF2-40B4-BE49-F238E27FC236}">
                <a16:creationId xmlns:a16="http://schemas.microsoft.com/office/drawing/2014/main" id="{F0777436-1688-BD8A-5984-6648281A3609}"/>
              </a:ext>
            </a:extLst>
          </p:cNvPr>
          <p:cNvSpPr>
            <a:spLocks noGrp="1"/>
          </p:cNvSpPr>
          <p:nvPr>
            <p:ph idx="1"/>
          </p:nvPr>
        </p:nvSpPr>
        <p:spPr>
          <a:xfrm>
            <a:off x="1172509" y="2510288"/>
            <a:ext cx="4916424" cy="3454933"/>
          </a:xfrm>
        </p:spPr>
        <p:txBody>
          <a:bodyPr>
            <a:normAutofit fontScale="92500" lnSpcReduction="20000"/>
          </a:bodyPr>
          <a:lstStyle/>
          <a:p>
            <a:r>
              <a:rPr lang="en-US" sz="1800" dirty="0"/>
              <a:t>From the classification report, we can see that our 101x101 model has performed very well with a precision, recall and f1-score of all around 0.99</a:t>
            </a:r>
          </a:p>
          <a:p>
            <a:r>
              <a:rPr lang="en-US" sz="1800" dirty="0"/>
              <a:t> The scores for each vegetable are also very close to one another which shows that our model has learned to </a:t>
            </a:r>
            <a:r>
              <a:rPr lang="en-US" sz="1800" dirty="0" err="1"/>
              <a:t>generalise</a:t>
            </a:r>
            <a:r>
              <a:rPr lang="en-US" sz="1800" dirty="0"/>
              <a:t> well for all the different vegetables</a:t>
            </a:r>
          </a:p>
          <a:p>
            <a:r>
              <a:rPr lang="en-US" sz="1800" dirty="0"/>
              <a:t> Our 23x23 model has also performed quite well but there is slightly more variation like how Capsicum has a 98% precision while Tomato only has 83%</a:t>
            </a:r>
          </a:p>
        </p:txBody>
      </p:sp>
      <p:pic>
        <p:nvPicPr>
          <p:cNvPr id="10" name="Picture 9" descr="A screenshot of a computer screen&#10;&#10;AI-generated content may be incorrect.">
            <a:extLst>
              <a:ext uri="{FF2B5EF4-FFF2-40B4-BE49-F238E27FC236}">
                <a16:creationId xmlns:a16="http://schemas.microsoft.com/office/drawing/2014/main" id="{C093CA94-88D7-731E-D9EF-0E206A5DE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4262" y="882111"/>
            <a:ext cx="3664560" cy="2427771"/>
          </a:xfrm>
          <a:prstGeom prst="rect">
            <a:avLst/>
          </a:prstGeom>
        </p:spPr>
      </p:pic>
      <p:pic>
        <p:nvPicPr>
          <p:cNvPr id="13" name="Picture 12" descr="A screenshot of a computer screen&#10;&#10;AI-generated content may be incorrect.">
            <a:extLst>
              <a:ext uri="{FF2B5EF4-FFF2-40B4-BE49-F238E27FC236}">
                <a16:creationId xmlns:a16="http://schemas.microsoft.com/office/drawing/2014/main" id="{C06BC3C3-9F0F-1970-9752-3EA4292ED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4261" y="3539091"/>
            <a:ext cx="3790828" cy="2426130"/>
          </a:xfrm>
          <a:prstGeom prst="rect">
            <a:avLst/>
          </a:prstGeom>
        </p:spPr>
      </p:pic>
    </p:spTree>
    <p:extLst>
      <p:ext uri="{BB962C8B-B14F-4D97-AF65-F5344CB8AC3E}">
        <p14:creationId xmlns:p14="http://schemas.microsoft.com/office/powerpoint/2010/main" val="183505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F5C46-949A-61AD-2B7C-6482EF35AE1D}"/>
              </a:ext>
            </a:extLst>
          </p:cNvPr>
          <p:cNvSpPr>
            <a:spLocks noGrp="1"/>
          </p:cNvSpPr>
          <p:nvPr>
            <p:ph type="title"/>
          </p:nvPr>
        </p:nvSpPr>
        <p:spPr/>
        <p:txBody>
          <a:bodyPr/>
          <a:lstStyle/>
          <a:p>
            <a:r>
              <a:rPr lang="en-SG" dirty="0"/>
              <a:t>Final Conclusions</a:t>
            </a:r>
          </a:p>
        </p:txBody>
      </p:sp>
      <p:sp>
        <p:nvSpPr>
          <p:cNvPr id="3" name="Content Placeholder 2">
            <a:extLst>
              <a:ext uri="{FF2B5EF4-FFF2-40B4-BE49-F238E27FC236}">
                <a16:creationId xmlns:a16="http://schemas.microsoft.com/office/drawing/2014/main" id="{ECC3F3FA-CF0B-62CA-65FD-BFF94E2E3ED9}"/>
              </a:ext>
            </a:extLst>
          </p:cNvPr>
          <p:cNvSpPr>
            <a:spLocks noGrp="1"/>
          </p:cNvSpPr>
          <p:nvPr>
            <p:ph idx="1"/>
          </p:nvPr>
        </p:nvSpPr>
        <p:spPr/>
        <p:txBody>
          <a:bodyPr>
            <a:normAutofit fontScale="92500"/>
          </a:bodyPr>
          <a:lstStyle/>
          <a:p>
            <a:r>
              <a:rPr lang="en-US" dirty="0"/>
              <a:t>Overall, its seems that the 101x101 model has a better performance compared to the 23x23 model in terms of both accuracy and loss. However, the improvement in the performance is not that much and the 23x23 model already has a very good performance on its on </a:t>
            </a:r>
          </a:p>
          <a:p>
            <a:r>
              <a:rPr lang="en-US" dirty="0"/>
              <a:t>Another thing to note is that the 101x101 model took significantly longer to train compared to the 23x23 model in terms of both running the model and for the data augmentation where augmenting the 101x101 model took much longer compared to the </a:t>
            </a:r>
            <a:r>
              <a:rPr lang="en-US"/>
              <a:t>23x23 model</a:t>
            </a:r>
            <a:endParaRPr lang="en-US" dirty="0"/>
          </a:p>
          <a:p>
            <a:r>
              <a:rPr lang="en-US" dirty="0"/>
              <a:t>This means that if the perfect model is not needed and time is a huge concern, it would be better to go with a smaller image size like the 23x23 model since training it would be much shorter. However, if the goal is to have the best model possible, it would make more sense to use an even larger image size like the 101x101 model though in some cases like this one, the improvement won't be very drastic</a:t>
            </a:r>
            <a:endParaRPr lang="en-SG" dirty="0"/>
          </a:p>
        </p:txBody>
      </p:sp>
    </p:spTree>
    <p:extLst>
      <p:ext uri="{BB962C8B-B14F-4D97-AF65-F5344CB8AC3E}">
        <p14:creationId xmlns:p14="http://schemas.microsoft.com/office/powerpoint/2010/main" val="27912833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DELE CA1 Part B</Template>
  <TotalTime>174</TotalTime>
  <Words>753</Words>
  <Application>Microsoft Office PowerPoint</Application>
  <PresentationFormat>Widescreen</PresentationFormat>
  <Paragraphs>52</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Neue Haas Grotesk Text Pro</vt:lpstr>
      <vt:lpstr>VanillaVTI</vt:lpstr>
      <vt:lpstr>DELE CA1</vt:lpstr>
      <vt:lpstr>Loading Data</vt:lpstr>
      <vt:lpstr>Exploratory Data Analysis (Class Imbalance)</vt:lpstr>
      <vt:lpstr>Exploratory Data Analysis (Image Pixel Distribution)</vt:lpstr>
      <vt:lpstr>Exploratory Data Analysis (Image Averaging)</vt:lpstr>
      <vt:lpstr>Exploratory Data Analysis (Image Averaging By Class)</vt:lpstr>
      <vt:lpstr>Model Training for 23 x 23 (Original Dataset)</vt:lpstr>
      <vt:lpstr>Model Training for 23 x 23 (Original Dataset)</vt:lpstr>
      <vt:lpstr>Data Augmentation</vt:lpstr>
      <vt:lpstr>Model Training for 23 x 23 (Augmented Dataset)</vt:lpstr>
      <vt:lpstr>Learning Rate Scheduler</vt:lpstr>
      <vt:lpstr>Model Training for 23 x 23 (Tuned Dataset)</vt:lpstr>
      <vt:lpstr>Model Training for 101 x 101 (Original Dataset)</vt:lpstr>
      <vt:lpstr>Model Training for 101 x 101 (Augmented Dataset)</vt:lpstr>
      <vt:lpstr>Model Training for 101 x 101 (Tuned Dataset)</vt:lpstr>
      <vt:lpstr>Model Evaluation</vt:lpstr>
      <vt:lpstr>Model Evaluation</vt:lpstr>
      <vt:lpstr>Final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OOI HONG LUE IVAN</dc:creator>
  <cp:lastModifiedBy>OOI HONG LUE IVAN</cp:lastModifiedBy>
  <cp:revision>1</cp:revision>
  <dcterms:created xsi:type="dcterms:W3CDTF">2025-05-25T14:56:08Z</dcterms:created>
  <dcterms:modified xsi:type="dcterms:W3CDTF">2025-05-25T18:46:51Z</dcterms:modified>
</cp:coreProperties>
</file>